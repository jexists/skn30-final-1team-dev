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미팅 브리핑 에이전트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미팅 브리핑 평가 (salesluv-briefing-eval-v1 · 합성 이력 · 실제 고객 데이터 미사용)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6537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222222"/>
                </a:solidFill>
                <a:latin typeface="Pretendard SemiBold"/>
              </a:rPr>
              <a:t>30건 평균 89.8%, 근거 오류는 0건이었다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286000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523744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89.8%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236976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전체 30건 평균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66160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미팅 누적 깊이별 5개 시점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4314" y="2286000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5210" y="2523744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96.3%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5210" y="3236976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미팅 1~5회 시점 평균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5210" y="3566160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쌓일수록 점수는 내려간다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1700" y="2286000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2596" y="2523744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0건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3236976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없는 근거 인용 · 발언 왜곡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566160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근거 없어 버려진 하이라이트도 0건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10108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059936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방법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389120"/>
            <a:ext cx="6583680" cy="388620"/>
          </a:xfrm>
          <a:prstGeom prst="roundRect">
            <a:avLst>
              <a:gd name="adj" fmla="val 211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46684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4668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합성 이력 구축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4485132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고객사 6곳 · 1~30회 5개 시점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14316"/>
            <a:ext cx="6583680" cy="388620"/>
          </a:xfrm>
          <a:prstGeom prst="roundRect">
            <a:avLst>
              <a:gd name="adj" fmla="val 211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89204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920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시점별 정답 계산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4910328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주제 타임라인에서 그 시점의 정답만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239512"/>
            <a:ext cx="6583680" cy="388620"/>
          </a:xfrm>
          <a:prstGeom prst="roundRect">
            <a:avLst>
              <a:gd name="adj" fmla="val 211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531723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3172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도구 실제 실행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5335524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DB 없이 실행 · RAG 호출까지 측정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664708"/>
            <a:ext cx="6583680" cy="388620"/>
          </a:xfrm>
          <a:prstGeom prst="roundRect">
            <a:avLst>
              <a:gd name="adj" fmla="val 21176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664708"/>
            <a:ext cx="68580" cy="3886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57424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7424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LLM 판정 + 코드 채점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576072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판정만 LLM · 점수 산술은 코드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53528" y="4101084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36408" y="4059936"/>
            <a:ext cx="3788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평가 데이터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53528" y="4389120"/>
            <a:ext cx="3971239" cy="1664208"/>
          </a:xfrm>
          <a:prstGeom prst="roundRect">
            <a:avLst>
              <a:gd name="adj" fmla="val 659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46136" y="4553712"/>
            <a:ext cx="9238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30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949" y="4599431"/>
            <a:ext cx="24622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평가 케이스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46136" y="4892040"/>
            <a:ext cx="9238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180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949" y="4937759"/>
            <a:ext cx="24622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확정 보고서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46136" y="5230368"/>
            <a:ext cx="9238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949" y="5276088"/>
            <a:ext cx="24622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고객사 이력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46136" y="5568696"/>
            <a:ext cx="9238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1.7만 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949" y="5614416"/>
            <a:ext cx="24622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30회차 누적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보고서 작성 에이전트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보고서작성 에이전트 평가 (salesluv-report-eval-v1 · 4주 가상 영업 시나리오 · 실제 고객 데이터 미사용)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6537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222222"/>
                </a:solidFill>
                <a:latin typeface="Pretendard SemiBold"/>
              </a:rPr>
              <a:t>품질과 토큰 두 기준으로 B 구조를 골랐다 — C는 월간을 만들지 못했다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523744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95.4점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236976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B 구조 종합 점수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566160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A 93.1 · C 94.0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4314" y="2286000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4314" y="2286000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5210" y="2523744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46%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5210" y="3236976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A 대비 토큰 사용량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5210" y="3566160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10.01M → 4.57M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1700" y="2286000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2596" y="2523744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76.3점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3236976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B 월간 — 가장 낮은 유형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566160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미팅 96.8 · 일일 95.6 · 주간 87.8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10108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059936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방법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389120"/>
            <a:ext cx="6583680" cy="388620"/>
          </a:xfrm>
          <a:prstGeom prst="roundRect">
            <a:avLst>
              <a:gd name="adj" fmla="val 211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46684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4668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정답지 먼저 확정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4485132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LLM 생성 → 사람 검수 · 보정 후 고정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14316"/>
            <a:ext cx="6583680" cy="388620"/>
          </a:xfrm>
          <a:prstGeom prst="roundRect">
            <a:avLst>
              <a:gd name="adj" fmla="val 211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89204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920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정답과 입력 분리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4910328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input.json ↔ golden.json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239512"/>
            <a:ext cx="6583680" cy="388620"/>
          </a:xfrm>
          <a:prstGeom prst="roundRect">
            <a:avLst>
              <a:gd name="adj" fmla="val 211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531723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3172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사실 단위 판정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5335524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충족 · 누락 · 왜곡 + 오류 출처 · 중대 오류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664708"/>
            <a:ext cx="6583680" cy="388620"/>
          </a:xfrm>
          <a:prstGeom prst="roundRect">
            <a:avLst>
              <a:gd name="adj" fmla="val 21176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664708"/>
            <a:ext cx="68580" cy="3886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57424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7424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코드로 재검사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576072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구조명 숨겨 위치 교차 · 인용 재검증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53528" y="4101084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36408" y="4059936"/>
            <a:ext cx="3788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평가 데이터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53528" y="4389120"/>
            <a:ext cx="3971239" cy="1664208"/>
          </a:xfrm>
          <a:prstGeom prst="roundRect">
            <a:avLst>
              <a:gd name="adj" fmla="val 659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46136" y="4553712"/>
            <a:ext cx="45546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53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1605" y="4599431"/>
            <a:ext cx="293055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평가 케이스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46136" y="4892040"/>
            <a:ext cx="45546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36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1605" y="4937759"/>
            <a:ext cx="293055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미팅 보고서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46136" y="5230368"/>
            <a:ext cx="45546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01605" y="5276088"/>
            <a:ext cx="293055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일일 12 · 주간 4 · 월간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46136" y="5568696"/>
            <a:ext cx="45546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01605" y="5614416"/>
            <a:ext cx="293055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가상 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딜 승산 예측 모델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딜 승산 예측 모델 평가 (Salvirt B2B Sales Dataset · 공개 영문 데이터 · 30회 반복 분할)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65376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222222"/>
                </a:solidFill>
                <a:latin typeface="Pretendard SemiBold"/>
              </a:rPr>
              <a:t>정확도가 아니라 Brier와 FP로 Stacking_LR을 골랐다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286000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523744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0.1880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236976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Stacking_LR Brier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66160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7개 후보 중 1위 · 낮을수록 좋음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4314" y="2286000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5210" y="2523744"/>
            <a:ext cx="288127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16.15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5210" y="3236976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FP — 7개 후보 중 2위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5210" y="3566160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최저는 LogisticRegression 16.09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1700" y="2286000"/>
            <a:ext cx="3503066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2596" y="2523744"/>
            <a:ext cx="2881274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+4.01%p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3115055"/>
            <a:ext cx="288127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Accuracy 기준선 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444239"/>
            <a:ext cx="288127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69.58% → 73.60%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10108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059936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방법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389120"/>
            <a:ext cx="6583680" cy="388620"/>
          </a:xfrm>
          <a:prstGeom prst="roundRect">
            <a:avLst>
              <a:gd name="adj" fmla="val 211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466844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46684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항목 13개 선별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4485132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보고서에서 일관되게 뽑히는 항목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14316"/>
            <a:ext cx="6583680" cy="388620"/>
          </a:xfrm>
          <a:prstGeom prst="roundRect">
            <a:avLst>
              <a:gd name="adj" fmla="val 211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89204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920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누수 차단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4910328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198개 입력 묶음 → Train 158 / Test 40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239512"/>
            <a:ext cx="6583680" cy="388620"/>
          </a:xfrm>
          <a:prstGeom prst="roundRect">
            <a:avLst>
              <a:gd name="adj" fmla="val 211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531723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31723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결측 마스킹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5335524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행마다 Unknown 4개 · 448건 × 10세트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664708"/>
            <a:ext cx="6583680" cy="388620"/>
          </a:xfrm>
          <a:prstGeom prst="roundRect">
            <a:avLst>
              <a:gd name="adj" fmla="val 21176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664708"/>
            <a:ext cx="68580" cy="3886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5742432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7424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22222"/>
                </a:solidFill>
                <a:latin typeface="Pretendard"/>
              </a:rPr>
              <a:t>Brier · FP로 선택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576072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Train 안에서만 설정 · Test 제외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53528" y="4101084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36408" y="4059936"/>
            <a:ext cx="3788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평가 데이터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53528" y="4389120"/>
            <a:ext cx="3971239" cy="1664208"/>
          </a:xfrm>
          <a:prstGeom prst="roundRect">
            <a:avLst>
              <a:gd name="adj" fmla="val 659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46136" y="4553712"/>
            <a:ext cx="8439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448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0065" y="4599431"/>
            <a:ext cx="25420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원본 딜 · Won 227 · Lost 221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46136" y="4892040"/>
            <a:ext cx="8439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90065" y="4937759"/>
            <a:ext cx="25420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입력 항목 (22개 중 선별)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46136" y="5230368"/>
            <a:ext cx="8439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4,480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90065" y="5276088"/>
            <a:ext cx="25420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마스킹 후 학습 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46136" y="5568696"/>
            <a:ext cx="84392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30회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90065" y="5614416"/>
            <a:ext cx="254209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반복 분할 평가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