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자료요약 에이전트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docs/document-summary-evaluation.md · 문서요약 에이전트·RAG 1차 평가 결과보고서(2026-09-15)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문서 한 건이 처리되는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40864"/>
            <a:ext cx="2340864" cy="2487168"/>
          </a:xfrm>
          <a:prstGeom prst="roundRect">
            <a:avLst>
              <a:gd name="adj" fmla="val 468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542032"/>
            <a:ext cx="1792224" cy="471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017520"/>
            <a:ext cx="17922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입력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419856"/>
            <a:ext cx="179222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견적서 · 계약서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발주서 · 상품설명서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279392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PDF 문서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3552" y="2340864"/>
            <a:ext cx="2340864" cy="2487168"/>
          </a:xfrm>
          <a:prstGeom prst="roundRect">
            <a:avLst>
              <a:gd name="adj" fmla="val 468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542032"/>
            <a:ext cx="1792224" cy="471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017520"/>
            <a:ext cx="17922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텍스트 추출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41985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PDF 본문을 읽는다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379476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OCR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417880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추출 실패 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OCR로 다시 읽는다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0176" y="2194560"/>
            <a:ext cx="2834640" cy="2779776"/>
          </a:xfrm>
          <a:prstGeom prst="roundRect">
            <a:avLst>
              <a:gd name="adj" fmla="val 3947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0176" y="2194560"/>
            <a:ext cx="68580" cy="2779776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395728"/>
            <a:ext cx="2286000" cy="471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871215"/>
            <a:ext cx="2212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자료요약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7648" y="3328416"/>
            <a:ext cx="2139696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문서 요약 생성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3877056"/>
            <a:ext cx="2139696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핵심 필드 보존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8" y="4425696"/>
            <a:ext cx="2139696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검색 문맥 기반 응답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0576" y="2340864"/>
            <a:ext cx="2444191" cy="2487168"/>
          </a:xfrm>
          <a:prstGeom prst="roundRect">
            <a:avLst>
              <a:gd name="adj" fmla="val 4489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54896" y="2542032"/>
            <a:ext cx="1895551" cy="471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3017520"/>
            <a:ext cx="18955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결과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00032" y="3438144"/>
            <a:ext cx="2005279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82912" y="3520439"/>
            <a:ext cx="1639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문서 요약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2912" y="3767328"/>
            <a:ext cx="1639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문서별 핵심 필드 정리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00032" y="4133087"/>
            <a:ext cx="2005279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82912" y="4215383"/>
            <a:ext cx="1639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RAG 질의응답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2912" y="4462272"/>
            <a:ext cx="1639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검색 문맥 기반 답변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953512" y="3584448"/>
            <a:ext cx="27432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660136" y="3584448"/>
            <a:ext cx="27432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60536" y="3584448"/>
            <a:ext cx="27432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66928" y="5212080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5212080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5341239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요약과 검색 답변은 LLM-as-a-Judge 자동 평가와 사람검수 화면으로 원문과 대조한다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