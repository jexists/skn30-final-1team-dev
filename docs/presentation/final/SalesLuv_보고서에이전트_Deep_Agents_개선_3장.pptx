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토큰 부담과 기간 보고서 완성도가 문제였다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보고서 A/B 평가결과  |  품질: LLM Judge · 100점 만점 · 주간 3건 / 월간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토큰 소모는 줄이고, 보고서 완성도는 높여야 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86000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23744"/>
            <a:ext cx="2881274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6F0"/>
                </a:solidFill>
                <a:latin typeface="Pretendard"/>
              </a:rPr>
              <a:t>10,010,770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15055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기존 A 생성 토큰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444239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전체 53건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5210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72.50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기존 A 주간 보고서 품질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210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100점 만점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66.25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기존 A 월간 보고서 품질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100점 만점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23360"/>
            <a:ext cx="5346039" cy="1170432"/>
          </a:xfrm>
          <a:prstGeom prst="roundRect">
            <a:avLst>
              <a:gd name="adj" fmla="val 937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224528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토큰 소모량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90288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생성 · 재시도 과정의 토큰 부담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82896"/>
            <a:ext cx="4742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입력 범위와 반복 호출의 효율화 필요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4023360"/>
            <a:ext cx="5346039" cy="1170432"/>
          </a:xfrm>
          <a:prstGeom prst="roundRect">
            <a:avLst>
              <a:gd name="adj" fmla="val 937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9623" y="4224528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보고서 품질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9623" y="4590288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기간보고서의 완성도 보완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9623" y="4882896"/>
            <a:ext cx="4742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필수 정보 · 보고 목적 · 후속업무 정리 보완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34009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34009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46925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개선 목표는 토큰 효율과 보고서 품질을 함께 올리는 것이었다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감독 · 작성 · 검토로 역할을 나눴다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· 보고서 에이전트 구조 문서  |  최종 검토 · 확정은 사용자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보고서 에이전트를 Deep Agents 기반으로 개량했다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2249424" cy="2286000"/>
          </a:xfrm>
          <a:prstGeom prst="roundRect">
            <a:avLst>
              <a:gd name="adj" fmla="val 487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1700784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44368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입력 확정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328415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보고서 종류와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입력은 서버가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2112" y="2286000"/>
            <a:ext cx="2048256" cy="2286000"/>
          </a:xfrm>
          <a:prstGeom prst="roundRect">
            <a:avLst>
              <a:gd name="adj" fmla="val 535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2286000"/>
            <a:ext cx="68580" cy="22860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68880"/>
            <a:ext cx="1499616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328415"/>
            <a:ext cx="142646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작업 위임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검토 관리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결과 선택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2139696"/>
            <a:ext cx="3255264" cy="2578608"/>
          </a:xfrm>
          <a:prstGeom prst="roundRect">
            <a:avLst>
              <a:gd name="adj" fmla="val 4255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2322576"/>
            <a:ext cx="2706624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798063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Writer · Reviewer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3218687"/>
            <a:ext cx="263347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3291839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유형별 Writer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3566159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작성 지침과 배정된 근거로 작성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0448" y="3931920"/>
            <a:ext cx="263347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1616" y="400507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공통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4279392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원자료와 초안 대조 · 수정 지적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7152" y="2286000"/>
            <a:ext cx="2407615" cy="2286000"/>
          </a:xfrm>
          <a:prstGeom prst="roundRect">
            <a:avLst>
              <a:gd name="adj" fmla="val 48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2468880"/>
            <a:ext cx="1858975" cy="471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2944368"/>
            <a:ext cx="1858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결과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3328415"/>
            <a:ext cx="1858975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최대 1회 부분 수정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950207"/>
            <a:ext cx="1858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지적된 부분만 고친 초안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62072" y="3429000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76088" y="3429000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97112" y="3429000"/>
            <a:ext cx="27432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66928" y="4974336"/>
            <a:ext cx="3466490" cy="1078992"/>
          </a:xfrm>
          <a:prstGeom prst="roundRect">
            <a:avLst>
              <a:gd name="adj" fmla="val 1016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51206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6464" y="5102352"/>
            <a:ext cx="2332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역할 분리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541264"/>
            <a:ext cx="291785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감독 · 작성 · 검토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2602" y="4974336"/>
            <a:ext cx="3466490" cy="1078992"/>
          </a:xfrm>
          <a:prstGeom prst="roundRect">
            <a:avLst>
              <a:gd name="adj" fmla="val 1016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922" y="51206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2138" y="5102352"/>
            <a:ext cx="2332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지침 · 근거 분리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922" y="5541264"/>
            <a:ext cx="291785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유형별 SKILL.md + 배정 근거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8276" y="4974336"/>
            <a:ext cx="3466490" cy="1078992"/>
          </a:xfrm>
          <a:prstGeom prst="roundRect">
            <a:avLst>
              <a:gd name="adj" fmla="val 1016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2596" y="51206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7812" y="5102352"/>
            <a:ext cx="233263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반복 수정 제한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596" y="5541264"/>
            <a:ext cx="291785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검토 후 부분 수정 최대 1회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토큰은 절반 이하로, 종합 품질은 +1.94점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보고서 A/B 평가결과  |  기존 A / 개선 B  |  2026.09.07–09.08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더 적은 토큰으로, 더 높은 종합 품질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5346039" cy="2468880"/>
          </a:xfrm>
          <a:prstGeom prst="roundRect">
            <a:avLst>
              <a:gd name="adj" fmla="val 444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05456"/>
            <a:ext cx="461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8E8E93"/>
                </a:solidFill>
                <a:latin typeface="Pretendard SemiBold"/>
              </a:rPr>
              <a:t>토큰 소모량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79776"/>
            <a:ext cx="461451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56F0"/>
                </a:solidFill>
                <a:latin typeface="Pretendard"/>
              </a:rPr>
              <a:t>−54.36%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84448"/>
            <a:ext cx="461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전체 53건 실행 · 반환된 생성 토큰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68496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기존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395020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10,010,770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4014216"/>
            <a:ext cx="2328519" cy="146304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8912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개선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4370832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4,568,617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4434840"/>
            <a:ext cx="1062503" cy="1463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2286000"/>
            <a:ext cx="5346039" cy="2468880"/>
          </a:xfrm>
          <a:prstGeom prst="roundRect">
            <a:avLst>
              <a:gd name="adj" fmla="val 444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2286000"/>
            <a:ext cx="68580" cy="2468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2505456"/>
            <a:ext cx="461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8E8E93"/>
                </a:solidFill>
                <a:latin typeface="Pretendard SemiBold"/>
              </a:rPr>
              <a:t>보고서 종합 품질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2779776"/>
            <a:ext cx="461451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56F0"/>
                </a:solidFill>
                <a:latin typeface="Pretendard"/>
              </a:rPr>
              <a:t>+1.94점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3584448"/>
            <a:ext cx="461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동일 43건 · LLM Judge 종합점수 / 100점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4487" y="3968496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기존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5735" y="395020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93.23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30487" y="4014216"/>
            <a:ext cx="1934417" cy="146304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4487" y="438912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개선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5735" y="4370832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95.17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0487" y="4434840"/>
            <a:ext cx="2047350" cy="1463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490118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0118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03034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필수 내용 · 구성 · 후속업무 점수가 올랐다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559552"/>
            <a:ext cx="110578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평가 범위    작성 지침 · 실행 구조를 함께 개선한 A/B 비교 · 프레임워크 교체만의 효과는 아니다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보완 과제    종합점수는 올랐으나 미팅 평균 · 사실 정확성 항목은 하락했다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