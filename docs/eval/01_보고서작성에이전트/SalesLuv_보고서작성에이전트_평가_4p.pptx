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Malgun Gothic"/>
              </a:defRPr>
            </a:pPr>
            <a:r>
              <a:rPr sz="1200" b="0" i="0" u="none" strike="noStrike">
                <a:solidFill>
                  <a:srgbClr val="1E2761"/>
                </a:solidFill>
                <a:latin typeface="Malgun Gothic"/>
              </a:rPr>
              <a:t>보고서 1건당 100점</a:t>
            </a:r>
          </a:p>
        </c:rich>
      </c:tx>
      <c:layout/>
      <c:overlay val="0"/>
    </c:title>
    <c:autoTitleDeleted val="0"/>
    <c:plotArea>
      <c:layout/>
      <c:barChart>
        <c:barDir val="bar"/>
        <c:grouping val="clustered"/>
        <c:varyColors val="0"/>
        <c:ser>
          <c:idx val="0"/>
          <c:order val="0"/>
          <c:tx>
            <c:strRef>
              <c:f>Sheet1!$B$1</c:f>
              <c:strCache>
                <c:ptCount val="1"/>
                <c:pt idx="0">
                  <c:v>배점</c:v>
                </c:pt>
              </c:strCache>
            </c:strRef>
          </c:tx>
          <c:spPr>
            <a:solidFill>
              <a:srgbClr val="1E2761"/>
            </a:solidFill>
            <a:effectLst/>
          </c:spPr>
          <c:invertIfNegative val="0"/>
          <c:dLbls>
            <c:numFmt formatCode="0&quot;점&quot;" sourceLinked="0"/>
            <c:txPr>
              <a:bodyPr/>
              <a:lstStyle/>
              <a:p>
                <a:pPr>
                  <a:defRPr b="0" i="0" strike="noStrike" sz="1100" u="none">
                    <a:solidFill>
                      <a:srgbClr val="1C2333"/>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1E2761"/>
              </a:solidFill>
              <a:effectLst/>
            </c:spPr>
          </c:dPt>
          <c:dPt>
            <c:idx val="1"/>
            <c:invertIfNegative val="0"/>
            <c:bubble3D val="0"/>
            <c:spPr>
              <a:solidFill>
                <a:srgbClr val="028090"/>
              </a:solidFill>
              <a:effectLst/>
            </c:spPr>
          </c:dPt>
          <c:dPt>
            <c:idx val="2"/>
            <c:invertIfNegative val="0"/>
            <c:bubble3D val="0"/>
            <c:spPr>
              <a:solidFill>
                <a:srgbClr val="028090"/>
              </a:solidFill>
              <a:effectLst/>
            </c:spPr>
          </c:dPt>
          <c:dPt>
            <c:idx val="3"/>
            <c:invertIfNegative val="0"/>
            <c:bubble3D val="0"/>
            <c:spPr>
              <a:solidFill>
                <a:srgbClr val="A7B6D6"/>
              </a:solidFill>
              <a:effectLst/>
            </c:spPr>
          </c:dPt>
          <c:dPt>
            <c:idx val="4"/>
            <c:invertIfNegative val="0"/>
            <c:bubble3D val="0"/>
            <c:spPr>
              <a:solidFill>
                <a:srgbClr val="A7B6D6"/>
              </a:solidFill>
              <a:effectLst/>
            </c:spPr>
          </c:dPt>
          <c:cat>
            <c:multiLvlStrRef>
              <c:f>Sheet1!$A$2:$A$6</c:f>
              <c:multiLvlStrCache>
                <c:ptCount val="5"/>
                <c:lvl>
                  <c:pt idx="0">
                    <c:v>사실 정확성</c:v>
                  </c:pt>
                  <c:pt idx="1">
                    <c:v>필수 내용</c:v>
                  </c:pt>
                  <c:pt idx="2">
                    <c:v>목적·구성</c:v>
                  </c:pt>
                  <c:pt idx="3">
                    <c:v>판단·후속조치</c:v>
                  </c:pt>
                  <c:pt idx="4">
                    <c:v>가독성</c:v>
                  </c:pt>
                </c:lvl>
              </c:multiLvlStrCache>
            </c:multiLvlStrRef>
          </c:cat>
          <c:val>
            <c:numRef>
              <c:f>Sheet1!$B$2:$B$6</c:f>
              <c:numCache>
                <c:formatCode>General</c:formatCode>
                <c:ptCount val="5"/>
                <c:pt idx="0">
                  <c:v>40</c:v>
                </c:pt>
                <c:pt idx="1">
                  <c:v>20</c:v>
                </c:pt>
                <c:pt idx="2">
                  <c:v>20</c:v>
                </c:pt>
                <c:pt idx="3">
                  <c:v>15</c:v>
                </c:pt>
                <c:pt idx="4">
                  <c:v>5</c:v>
                </c:pt>
              </c:numCache>
            </c:numRef>
          </c:val>
        </c:ser>
        <c:dLbls>
          <c:numFmt formatCode="0&quot;점&quot;" sourceLinked="0"/>
          <c:txPr>
            <a:bodyPr/>
            <a:lstStyle/>
            <a:p>
              <a:pPr>
                <a:defRPr b="0" i="0" strike="noStrike" sz="1100" u="none">
                  <a:solidFill>
                    <a:srgbClr val="1C2333"/>
                  </a:solidFill>
                  <a:latin typeface="Malgun Gothic"/>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C2333"/>
                </a:solidFill>
                <a:latin typeface="Malgun Gothic"/>
              </a:defRPr>
            </a:pPr>
            <a:endParaRPr lang="en-US"/>
          </a:p>
        </c:txPr>
        <c:crossAx val="2094734552"/>
        <c:crosses val="autoZero"/>
        <c:auto val="1"/>
        <c:lblAlgn val="ctr"/>
        <c:noMultiLvlLbl val="1"/>
      </c:catAx>
      <c:valAx>
        <c:axId val="2094734552"/>
        <c:scaling>
          <c:orientation val="minMax"/>
          <c:max val="50"/>
        </c:scaling>
        <c:delete val="0"/>
        <c:axPos val="b"/>
        <c:majorGridlines>
          <c:spPr>
            <a:ln w="12700" cap="flat">
              <a:solidFill>
                <a:srgbClr val="E3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B7F"/>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E2761"/>
                </a:solidFill>
                <a:latin typeface="Malgun Gothic"/>
              </a:defRPr>
            </a:pPr>
            <a:r>
              <a:rPr sz="1200" b="0" i="0" u="none" strike="noStrike">
                <a:solidFill>
                  <a:srgbClr val="1E2761"/>
                </a:solidFill>
                <a:latin typeface="Malgun Gothic"/>
              </a:rPr>
              <a:t>보고서 종류별 품질 점수</a:t>
            </a:r>
          </a:p>
        </c:rich>
      </c:tx>
      <c:layout/>
      <c:overlay val="0"/>
    </c:title>
    <c:autoTitleDeleted val="0"/>
    <c:plotArea>
      <c:layout/>
      <c:barChart>
        <c:barDir val="col"/>
        <c:grouping val="clustered"/>
        <c:varyColors val="0"/>
        <c:ser>
          <c:idx val="0"/>
          <c:order val="0"/>
          <c:tx>
            <c:strRef>
              <c:f>Sheet1!$B$1</c:f>
              <c:strCache>
                <c:ptCount val="1"/>
                <c:pt idx="0">
                  <c:v>A</c:v>
                </c:pt>
              </c:strCache>
            </c:strRef>
          </c:tx>
          <c:spPr>
            <a:solidFill>
              <a:srgbClr val="A7B6D6"/>
            </a:solidFill>
            <a:effectLst/>
          </c:spPr>
          <c:invertIfNegative val="0"/>
          <c:dLbls>
            <c:numFmt formatCode="0.0" sourceLinked="0"/>
            <c:txPr>
              <a:bodyPr/>
              <a:lstStyle/>
              <a:p>
                <a:pPr>
                  <a:defRPr b="0" i="0" strike="noStrike" sz="900" u="none">
                    <a:solidFill>
                      <a:srgbClr val="1C2333"/>
                    </a:solidFill>
                    <a:latin typeface="Malgun Gothic"/>
                  </a:defRPr>
                </a:pPr>
              </a:p>
            </c:txPr>
            <c:showLegendKey val="0"/>
            <c:showVal val="1"/>
            <c:showCatName val="0"/>
            <c:showSerName val="0"/>
            <c:showPercent val="0"/>
            <c:showBubbleSize val="0"/>
            <c:showLeaderLines val="0"/>
          </c:dLbls>
          <c:cat>
            <c:multiLvlStrRef>
              <c:f>Sheet1!$A$2:$A$5</c:f>
              <c:multiLvlStrCache>
                <c:ptCount val="4"/>
                <c:lvl>
                  <c:pt idx="0">
                    <c:v>미팅</c:v>
                  </c:pt>
                  <c:pt idx="1">
                    <c:v>일일</c:v>
                  </c:pt>
                  <c:pt idx="2">
                    <c:v>주간</c:v>
                  </c:pt>
                  <c:pt idx="3">
                    <c:v>월간</c:v>
                  </c:pt>
                </c:lvl>
              </c:multiLvlStrCache>
            </c:multiLvlStrRef>
          </c:cat>
          <c:val>
            <c:numRef>
              <c:f>Sheet1!$B$2:$B$5</c:f>
              <c:numCache>
                <c:formatCode>General</c:formatCode>
                <c:ptCount val="4"/>
                <c:pt idx="0">
                  <c:v>97.7</c:v>
                </c:pt>
                <c:pt idx="1">
                  <c:v>86.8</c:v>
                </c:pt>
                <c:pt idx="2">
                  <c:v>72.5</c:v>
                </c:pt>
                <c:pt idx="3">
                  <c:v>66.3</c:v>
                </c:pt>
              </c:numCache>
            </c:numRef>
          </c:val>
        </c:ser>
        <c:ser>
          <c:idx val="1"/>
          <c:order val="1"/>
          <c:tx>
            <c:strRef>
              <c:f>Sheet1!$C$1</c:f>
              <c:strCache>
                <c:ptCount val="1"/>
                <c:pt idx="0">
                  <c:v>B</c:v>
                </c:pt>
              </c:strCache>
            </c:strRef>
          </c:tx>
          <c:spPr>
            <a:solidFill>
              <a:srgbClr val="1E2761"/>
            </a:solidFill>
            <a:effectLst/>
          </c:spPr>
          <c:invertIfNegative val="0"/>
          <c:dLbls>
            <c:numFmt formatCode="0.0" sourceLinked="0"/>
            <c:txPr>
              <a:bodyPr/>
              <a:lstStyle/>
              <a:p>
                <a:pPr>
                  <a:defRPr b="0" i="0" strike="noStrike" sz="900" u="none">
                    <a:solidFill>
                      <a:srgbClr val="1C2333"/>
                    </a:solidFill>
                    <a:latin typeface="Malgun Gothic"/>
                  </a:defRPr>
                </a:pPr>
              </a:p>
            </c:txPr>
            <c:showLegendKey val="0"/>
            <c:showVal val="1"/>
            <c:showCatName val="0"/>
            <c:showSerName val="0"/>
            <c:showPercent val="0"/>
            <c:showBubbleSize val="0"/>
            <c:showLeaderLines val="0"/>
          </c:dLbls>
          <c:cat>
            <c:multiLvlStrRef>
              <c:f>Sheet1!$A$2:$A$5</c:f>
              <c:multiLvlStrCache>
                <c:ptCount val="4"/>
                <c:lvl>
                  <c:pt idx="0">
                    <c:v>미팅</c:v>
                  </c:pt>
                  <c:pt idx="1">
                    <c:v>일일</c:v>
                  </c:pt>
                  <c:pt idx="2">
                    <c:v>주간</c:v>
                  </c:pt>
                  <c:pt idx="3">
                    <c:v>월간</c:v>
                  </c:pt>
                </c:lvl>
              </c:multiLvlStrCache>
            </c:multiLvlStrRef>
          </c:cat>
          <c:val>
            <c:numRef>
              <c:f>Sheet1!$C$2:$C$5</c:f>
              <c:numCache>
                <c:formatCode>General</c:formatCode>
                <c:ptCount val="4"/>
                <c:pt idx="0">
                  <c:v>96.8</c:v>
                </c:pt>
                <c:pt idx="1">
                  <c:v>95.6</c:v>
                </c:pt>
                <c:pt idx="2">
                  <c:v>87.8</c:v>
                </c:pt>
                <c:pt idx="3">
                  <c:v>76.3</c:v>
                </c:pt>
              </c:numCache>
            </c:numRef>
          </c:val>
        </c:ser>
        <c:ser>
          <c:idx val="2"/>
          <c:order val="2"/>
          <c:tx>
            <c:strRef>
              <c:f>Sheet1!$D$1</c:f>
              <c:strCache>
                <c:ptCount val="1"/>
                <c:pt idx="0">
                  <c:v>C</c:v>
                </c:pt>
              </c:strCache>
            </c:strRef>
          </c:tx>
          <c:spPr>
            <a:solidFill>
              <a:srgbClr val="028090"/>
            </a:solidFill>
            <a:effectLst/>
          </c:spPr>
          <c:invertIfNegative val="0"/>
          <c:dLbls>
            <c:numFmt formatCode="0.0" sourceLinked="0"/>
            <c:txPr>
              <a:bodyPr/>
              <a:lstStyle/>
              <a:p>
                <a:pPr>
                  <a:defRPr b="0" i="0" strike="noStrike" sz="900" u="none">
                    <a:solidFill>
                      <a:srgbClr val="1C2333"/>
                    </a:solidFill>
                    <a:latin typeface="Malgun Gothic"/>
                  </a:defRPr>
                </a:pPr>
              </a:p>
            </c:txPr>
            <c:showLegendKey val="0"/>
            <c:showVal val="1"/>
            <c:showCatName val="0"/>
            <c:showSerName val="0"/>
            <c:showPercent val="0"/>
            <c:showBubbleSize val="0"/>
            <c:showLeaderLines val="0"/>
          </c:dLbls>
          <c:cat>
            <c:multiLvlStrRef>
              <c:f>Sheet1!$A$2:$A$5</c:f>
              <c:multiLvlStrCache>
                <c:ptCount val="4"/>
                <c:lvl>
                  <c:pt idx="0">
                    <c:v>미팅</c:v>
                  </c:pt>
                  <c:pt idx="1">
                    <c:v>일일</c:v>
                  </c:pt>
                  <c:pt idx="2">
                    <c:v>주간</c:v>
                  </c:pt>
                  <c:pt idx="3">
                    <c:v>월간</c:v>
                  </c:pt>
                </c:lvl>
              </c:multiLvlStrCache>
            </c:multiLvlStrRef>
          </c:cat>
          <c:val>
            <c:numRef>
              <c:f>Sheet1!$D$2:$D$5</c:f>
              <c:numCache>
                <c:formatCode>General</c:formatCode>
                <c:ptCount val="4"/>
                <c:pt idx="0">
                  <c:v>93.9</c:v>
                </c:pt>
                <c:pt idx="1">
                  <c:v>96.9</c:v>
                </c:pt>
                <c:pt idx="2">
                  <c:v>87.8</c:v>
                </c:pt>
                <c:pt idx="3">
                  <c:v/>
                </c:pt>
              </c:numCache>
            </c:numRef>
          </c:val>
        </c:ser>
        <c:dLbls>
          <c:numFmt formatCode="0.0" sourceLinked="0"/>
          <c:txPr>
            <a:bodyPr/>
            <a:lstStyle/>
            <a:p>
              <a:pPr>
                <a:defRPr b="0" i="0" strike="noStrike" sz="900" u="none">
                  <a:solidFill>
                    <a:srgbClr val="1C2333"/>
                  </a:solidFill>
                  <a:latin typeface="Malgun Gothic"/>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2333"/>
                </a:solidFill>
                <a:latin typeface="Malgun Gothic"/>
              </a:defRPr>
            </a:pPr>
            <a:endParaRPr lang="en-US"/>
          </a:p>
        </c:txPr>
        <c:crossAx val="2094734552"/>
        <c:crosses val="autoZero"/>
        <c:auto val="1"/>
        <c:lblAlgn val="ctr"/>
        <c:noMultiLvlLbl val="1"/>
      </c:catAx>
      <c:valAx>
        <c:axId val="2094734552"/>
        <c:scaling>
          <c:orientation val="minMax"/>
          <c:max val="105"/>
          <c:min val="50"/>
        </c:scaling>
        <c:delete val="0"/>
        <c:axPos val="l"/>
        <c:majorGridlines>
          <c:spPr>
            <a:ln w="12700" cap="flat">
              <a:solidFill>
                <a:srgbClr val="E3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B7F"/>
                </a:solidFill>
                <a:latin typeface="Malgun Gothic"/>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C2333"/>
              </a:solidFill>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정답지는 LLM 으로 만들고 사람이 검수·보정했습니다. 실제 고객 데이터는 쓰지 않았고, 4주짜리 가상 영업 시나리오로 회사 9곳, 고객 9명, 딜 27건을 구성해 미팅 원문 36건을 생성했습니다. 생성된 원문은 정답지와 다시 대조해 사실 누락·수치 변경·없는 약속이 있는지 검사하고 문제가 있으면 직접 보정했습니다. 사실마다 원문 인용 위치를 연결했고, 근거가 없는 사실은 정답지에 넣지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배점은 사실 정확성 40, 필수 내용 20, 목적·구성 20, 판단·후속조치 15, 가독성 5입니다. 각 항목을 0~4점으로 매겨 환산합니다. 목적·구성은 사내 영업보고서 작성 가이드의 보고서별 작성 순서를, 판단·후속조치는 할 일·담당자·기한·완료 기준·근거 링크 5요소를 기준으로 채점합니다.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정답지는 LLM 이 만들고 사람이 검수했지만, 평가 대상인 보고서작성기의 출력에서 정답을 뽑지는 않았습니다. 정답지를 먼저 고정한 뒤 원문과 보고서를 만들었습니다. X/Y 비교에서 순서를 바꿔 결과가 뒤집히면 승패로 확정하지 않고 review_required 로 남깁니다. 코드 검사는 점수 범위, 판정 누락, 인용문이 실제 보고서에 있는지, 근거 해시가 맞는지를 확인하며 실패분은 0점 대신 따로 분리합니다. 단일 시나리오이고 생성기와 Judge 가 같은 모델 계열이라 통계적 우위는 주장하지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생성 성공은 A 47/53, B 53/53, C 52/53 입니다. B 의 이득은 기간 보고서에서 나왔고 미팅은 97.7 에서 96.8 로 소폭 내려갔습니다. C 실행은 상품 연결 입력 조건이라 B 와의 1:1 순위는 참고용입니다. 토큰은 저장된 API 반환 사용량이며 청구액이나 속도가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77240" y="566928"/>
            <a:ext cx="8229600" cy="237744"/>
          </a:xfrm>
          <a:prstGeom prst="rect">
            <a:avLst/>
          </a:prstGeom>
          <a:noFill/>
          <a:ln/>
        </p:spPr>
        <p:txBody>
          <a:bodyPr wrap="square" lIns="0" tIns="0" rIns="0" bIns="0" rtlCol="0" anchor="ctr"/>
          <a:lstStyle/>
          <a:p>
            <a:pPr indent="0" marL="0">
              <a:buNone/>
            </a:pPr>
            <a:r>
              <a:rPr lang="en-US" sz="1100" b="1" spc="180" kern="0" dirty="0">
                <a:solidFill>
                  <a:srgbClr val="028090"/>
                </a:solidFill>
                <a:latin typeface="Malgun Gothic" pitchFamily="34" charset="0"/>
                <a:ea typeface="Malgun Gothic" pitchFamily="34" charset="-122"/>
                <a:cs typeface="Malgun Gothic" pitchFamily="34" charset="-120"/>
              </a:rPr>
              <a:t>DATASET</a:t>
            </a:r>
            <a:endParaRPr lang="en-US" sz="1100" dirty="0"/>
          </a:p>
        </p:txBody>
      </p:sp>
      <p:sp>
        <p:nvSpPr>
          <p:cNvPr id="3" name="Text 1"/>
          <p:cNvSpPr txBox="1"/>
          <p:nvPr/>
        </p:nvSpPr>
        <p:spPr>
          <a:xfrm>
            <a:off x="777240" y="841248"/>
            <a:ext cx="10607040" cy="566928"/>
          </a:xfrm>
          <a:prstGeom prst="rect">
            <a:avLst/>
          </a:prstGeom>
          <a:noFill/>
          <a:ln/>
        </p:spPr>
        <p:txBody>
          <a:bodyPr wrap="square" lIns="0" tIns="0" rIns="0" bIns="0" rtlCol="0" anchor="ctr"/>
          <a:lstStyle/>
          <a:p>
            <a:pPr indent="0" marL="0">
              <a:buNone/>
            </a:pPr>
            <a:r>
              <a:rPr lang="en-US" sz="3000" b="1" dirty="0">
                <a:solidFill>
                  <a:srgbClr val="1E2761"/>
                </a:solidFill>
                <a:latin typeface="Malgun Gothic" pitchFamily="34" charset="0"/>
                <a:ea typeface="Malgun Gothic" pitchFamily="34" charset="-122"/>
                <a:cs typeface="Malgun Gothic" pitchFamily="34" charset="-120"/>
              </a:rPr>
              <a:t>정답지 53건을 먼저 확정해 놓고 평가했다</a:t>
            </a:r>
            <a:endParaRPr lang="en-US" sz="3000" dirty="0"/>
          </a:p>
        </p:txBody>
      </p:sp>
      <p:sp>
        <p:nvSpPr>
          <p:cNvPr id="4" name="Text 2"/>
          <p:cNvSpPr txBox="1"/>
          <p:nvPr/>
        </p:nvSpPr>
        <p:spPr>
          <a:xfrm>
            <a:off x="777240" y="1463040"/>
            <a:ext cx="10607040" cy="274320"/>
          </a:xfrm>
          <a:prstGeom prst="rect">
            <a:avLst/>
          </a:prstGeom>
          <a:noFill/>
          <a:ln/>
        </p:spPr>
        <p:txBody>
          <a:bodyPr wrap="square" lIns="0" tIns="0" rIns="0" bIns="0" rtlCol="0" anchor="ctr"/>
          <a:lstStyle/>
          <a:p>
            <a:pPr indent="0" marL="0">
              <a:buNone/>
            </a:pPr>
            <a:r>
              <a:rPr lang="en-US" sz="1250" dirty="0">
                <a:solidFill>
                  <a:srgbClr val="5F6B7F"/>
                </a:solidFill>
                <a:latin typeface="Malgun Gothic" pitchFamily="34" charset="0"/>
                <a:ea typeface="Malgun Gothic" pitchFamily="34" charset="-122"/>
                <a:cs typeface="Malgun Gothic" pitchFamily="34" charset="-120"/>
              </a:rPr>
              <a:t>salesluv-report-eval-v1  ·  실제 고객 데이터 미사용  ·  4주 가상 영업 시나리오를 동결해 사용</a:t>
            </a:r>
            <a:endParaRPr lang="en-US" sz="1250" dirty="0"/>
          </a:p>
        </p:txBody>
      </p:sp>
      <p:sp>
        <p:nvSpPr>
          <p:cNvPr id="5" name="Shape 3"/>
          <p:cNvSpPr/>
          <p:nvPr/>
        </p:nvSpPr>
        <p:spPr>
          <a:xfrm>
            <a:off x="777240" y="2103120"/>
            <a:ext cx="2468880" cy="1417320"/>
          </a:xfrm>
          <a:prstGeom prst="roundRect">
            <a:avLst>
              <a:gd name="adj" fmla="val 7097"/>
            </a:avLst>
          </a:prstGeom>
          <a:solidFill>
            <a:srgbClr val="1E2761"/>
          </a:solidFill>
          <a:ln/>
          <a:effectLst>
            <a:outerShdw sx="100000" sy="100000" kx="0" ky="0" algn="bl" rotWithShape="0" blurRad="152400" dist="25400" dir="5400000">
              <a:srgbClr val="1E2761">
                <a:alpha val="8000"/>
              </a:srgbClr>
            </a:outerShdw>
          </a:effectLst>
        </p:spPr>
      </p:sp>
      <p:sp>
        <p:nvSpPr>
          <p:cNvPr id="6" name="Text 4"/>
          <p:cNvSpPr txBox="1"/>
          <p:nvPr/>
        </p:nvSpPr>
        <p:spPr>
          <a:xfrm>
            <a:off x="1051560" y="2340864"/>
            <a:ext cx="1920240" cy="548640"/>
          </a:xfrm>
          <a:prstGeom prst="rect">
            <a:avLst/>
          </a:prstGeom>
          <a:noFill/>
          <a:ln/>
        </p:spPr>
        <p:txBody>
          <a:bodyPr wrap="square" lIns="0" tIns="0" rIns="0" bIns="0" rtlCol="0" anchor="ctr"/>
          <a:lstStyle/>
          <a:p>
            <a:pPr indent="0" marL="0">
              <a:buNone/>
            </a:pPr>
            <a:r>
              <a:rPr lang="en-US" sz="3400" b="1" dirty="0">
                <a:solidFill>
                  <a:srgbClr val="FFFFFF"/>
                </a:solidFill>
                <a:latin typeface="Malgun Gothic" pitchFamily="34" charset="0"/>
                <a:ea typeface="Malgun Gothic" pitchFamily="34" charset="-122"/>
                <a:cs typeface="Malgun Gothic" pitchFamily="34" charset="-120"/>
              </a:rPr>
              <a:t>53</a:t>
            </a:r>
            <a:endParaRPr lang="en-US" sz="3400" dirty="0"/>
          </a:p>
        </p:txBody>
      </p:sp>
      <p:sp>
        <p:nvSpPr>
          <p:cNvPr id="7" name="Text 5"/>
          <p:cNvSpPr txBox="1"/>
          <p:nvPr/>
        </p:nvSpPr>
        <p:spPr>
          <a:xfrm>
            <a:off x="1051560" y="2980944"/>
            <a:ext cx="2194560" cy="292608"/>
          </a:xfrm>
          <a:prstGeom prst="rect">
            <a:avLst/>
          </a:prstGeom>
          <a:noFill/>
          <a:ln/>
        </p:spPr>
        <p:txBody>
          <a:bodyPr wrap="square" lIns="0" tIns="0" rIns="0" bIns="0" rtlCol="0" anchor="ctr"/>
          <a:lstStyle/>
          <a:p>
            <a:pPr indent="0" marL="0">
              <a:buNone/>
            </a:pPr>
            <a:r>
              <a:rPr lang="en-US" sz="1150" dirty="0">
                <a:solidFill>
                  <a:srgbClr val="CADCFC"/>
                </a:solidFill>
                <a:latin typeface="Malgun Gothic" pitchFamily="34" charset="0"/>
                <a:ea typeface="Malgun Gothic" pitchFamily="34" charset="-122"/>
                <a:cs typeface="Malgun Gothic" pitchFamily="34" charset="-120"/>
              </a:rPr>
              <a:t>평가 케이스</a:t>
            </a:r>
            <a:endParaRPr lang="en-US" sz="1150" dirty="0"/>
          </a:p>
        </p:txBody>
      </p:sp>
      <p:sp>
        <p:nvSpPr>
          <p:cNvPr id="8" name="Shape 6"/>
          <p:cNvSpPr/>
          <p:nvPr/>
        </p:nvSpPr>
        <p:spPr>
          <a:xfrm>
            <a:off x="3474720" y="2103120"/>
            <a:ext cx="2468880" cy="1417320"/>
          </a:xfrm>
          <a:prstGeom prst="roundRect">
            <a:avLst>
              <a:gd name="adj" fmla="val 7097"/>
            </a:avLst>
          </a:prstGeom>
          <a:solidFill>
            <a:srgbClr val="EEF3FC"/>
          </a:solidFill>
          <a:ln/>
          <a:effectLst>
            <a:outerShdw sx="100000" sy="100000" kx="0" ky="0" algn="bl" rotWithShape="0" blurRad="152400" dist="25400" dir="5400000">
              <a:srgbClr val="1E2761">
                <a:alpha val="8000"/>
              </a:srgbClr>
            </a:outerShdw>
          </a:effectLst>
        </p:spPr>
      </p:sp>
      <p:sp>
        <p:nvSpPr>
          <p:cNvPr id="9" name="Text 7"/>
          <p:cNvSpPr txBox="1"/>
          <p:nvPr/>
        </p:nvSpPr>
        <p:spPr>
          <a:xfrm>
            <a:off x="3749040" y="2340864"/>
            <a:ext cx="1920240" cy="548640"/>
          </a:xfrm>
          <a:prstGeom prst="rect">
            <a:avLst/>
          </a:prstGeom>
          <a:noFill/>
          <a:ln/>
        </p:spPr>
        <p:txBody>
          <a:bodyPr wrap="square" lIns="0" tIns="0" rIns="0" bIns="0" rtlCol="0" anchor="ctr"/>
          <a:lstStyle/>
          <a:p>
            <a:pPr indent="0" marL="0">
              <a:buNone/>
            </a:pPr>
            <a:r>
              <a:rPr lang="en-US" sz="3000" b="1" dirty="0">
                <a:solidFill>
                  <a:srgbClr val="1E2761"/>
                </a:solidFill>
                <a:latin typeface="Malgun Gothic" pitchFamily="34" charset="0"/>
                <a:ea typeface="Malgun Gothic" pitchFamily="34" charset="-122"/>
                <a:cs typeface="Malgun Gothic" pitchFamily="34" charset="-120"/>
              </a:rPr>
              <a:t>36</a:t>
            </a:r>
            <a:endParaRPr lang="en-US" sz="3000" dirty="0"/>
          </a:p>
        </p:txBody>
      </p:sp>
      <p:sp>
        <p:nvSpPr>
          <p:cNvPr id="10" name="Text 8"/>
          <p:cNvSpPr txBox="1"/>
          <p:nvPr/>
        </p:nvSpPr>
        <p:spPr>
          <a:xfrm>
            <a:off x="3749040" y="2980944"/>
            <a:ext cx="2194560" cy="292608"/>
          </a:xfrm>
          <a:prstGeom prst="rect">
            <a:avLst/>
          </a:prstGeom>
          <a:noFill/>
          <a:ln/>
        </p:spPr>
        <p:txBody>
          <a:bodyPr wrap="square" lIns="0" tIns="0" rIns="0" bIns="0" rtlCol="0" anchor="ctr"/>
          <a:lstStyle/>
          <a:p>
            <a:pPr indent="0" marL="0">
              <a:buNone/>
            </a:pPr>
            <a:r>
              <a:rPr lang="en-US" sz="1150" dirty="0">
                <a:solidFill>
                  <a:srgbClr val="5F6B7F"/>
                </a:solidFill>
                <a:latin typeface="Malgun Gothic" pitchFamily="34" charset="0"/>
                <a:ea typeface="Malgun Gothic" pitchFamily="34" charset="-122"/>
                <a:cs typeface="Malgun Gothic" pitchFamily="34" charset="-120"/>
              </a:rPr>
              <a:t>미팅 보고서</a:t>
            </a:r>
            <a:endParaRPr lang="en-US" sz="1150" dirty="0"/>
          </a:p>
        </p:txBody>
      </p:sp>
      <p:sp>
        <p:nvSpPr>
          <p:cNvPr id="11" name="Shape 9"/>
          <p:cNvSpPr/>
          <p:nvPr/>
        </p:nvSpPr>
        <p:spPr>
          <a:xfrm>
            <a:off x="6172200" y="2103120"/>
            <a:ext cx="2468880" cy="1417320"/>
          </a:xfrm>
          <a:prstGeom prst="roundRect">
            <a:avLst>
              <a:gd name="adj" fmla="val 7097"/>
            </a:avLst>
          </a:prstGeom>
          <a:solidFill>
            <a:srgbClr val="EEF3FC"/>
          </a:solidFill>
          <a:ln/>
          <a:effectLst>
            <a:outerShdw sx="100000" sy="100000" kx="0" ky="0" algn="bl" rotWithShape="0" blurRad="152400" dist="25400" dir="5400000">
              <a:srgbClr val="1E2761">
                <a:alpha val="8000"/>
              </a:srgbClr>
            </a:outerShdw>
          </a:effectLst>
        </p:spPr>
      </p:sp>
      <p:sp>
        <p:nvSpPr>
          <p:cNvPr id="12" name="Text 10"/>
          <p:cNvSpPr txBox="1"/>
          <p:nvPr/>
        </p:nvSpPr>
        <p:spPr>
          <a:xfrm>
            <a:off x="6446520" y="2340864"/>
            <a:ext cx="1920240" cy="548640"/>
          </a:xfrm>
          <a:prstGeom prst="rect">
            <a:avLst/>
          </a:prstGeom>
          <a:noFill/>
          <a:ln/>
        </p:spPr>
        <p:txBody>
          <a:bodyPr wrap="square" lIns="0" tIns="0" rIns="0" bIns="0" rtlCol="0" anchor="ctr"/>
          <a:lstStyle/>
          <a:p>
            <a:pPr indent="0" marL="0">
              <a:buNone/>
            </a:pPr>
            <a:r>
              <a:rPr lang="en-US" sz="3000" b="1" dirty="0">
                <a:solidFill>
                  <a:srgbClr val="1E2761"/>
                </a:solidFill>
                <a:latin typeface="Malgun Gothic" pitchFamily="34" charset="0"/>
                <a:ea typeface="Malgun Gothic" pitchFamily="34" charset="-122"/>
                <a:cs typeface="Malgun Gothic" pitchFamily="34" charset="-120"/>
              </a:rPr>
              <a:t>17</a:t>
            </a:r>
            <a:endParaRPr lang="en-US" sz="3000" dirty="0"/>
          </a:p>
        </p:txBody>
      </p:sp>
      <p:sp>
        <p:nvSpPr>
          <p:cNvPr id="13" name="Text 11"/>
          <p:cNvSpPr txBox="1"/>
          <p:nvPr/>
        </p:nvSpPr>
        <p:spPr>
          <a:xfrm>
            <a:off x="6446520" y="2980944"/>
            <a:ext cx="2194560" cy="292608"/>
          </a:xfrm>
          <a:prstGeom prst="rect">
            <a:avLst/>
          </a:prstGeom>
          <a:noFill/>
          <a:ln/>
        </p:spPr>
        <p:txBody>
          <a:bodyPr wrap="square" lIns="0" tIns="0" rIns="0" bIns="0" rtlCol="0" anchor="ctr"/>
          <a:lstStyle/>
          <a:p>
            <a:pPr indent="0" marL="0">
              <a:buNone/>
            </a:pPr>
            <a:r>
              <a:rPr lang="en-US" sz="1150" dirty="0">
                <a:solidFill>
                  <a:srgbClr val="5F6B7F"/>
                </a:solidFill>
                <a:latin typeface="Malgun Gothic" pitchFamily="34" charset="0"/>
                <a:ea typeface="Malgun Gothic" pitchFamily="34" charset="-122"/>
                <a:cs typeface="Malgun Gothic" pitchFamily="34" charset="-120"/>
              </a:rPr>
              <a:t>일일 12 · 주간 4 · 월간 1</a:t>
            </a:r>
            <a:endParaRPr lang="en-US" sz="1150" dirty="0"/>
          </a:p>
        </p:txBody>
      </p:sp>
      <p:sp>
        <p:nvSpPr>
          <p:cNvPr id="14" name="Shape 12"/>
          <p:cNvSpPr/>
          <p:nvPr/>
        </p:nvSpPr>
        <p:spPr>
          <a:xfrm>
            <a:off x="8869680" y="2103120"/>
            <a:ext cx="2468880" cy="1417320"/>
          </a:xfrm>
          <a:prstGeom prst="roundRect">
            <a:avLst>
              <a:gd name="adj" fmla="val 7097"/>
            </a:avLst>
          </a:prstGeom>
          <a:solidFill>
            <a:srgbClr val="EEF3FC"/>
          </a:solidFill>
          <a:ln/>
          <a:effectLst>
            <a:outerShdw sx="100000" sy="100000" kx="0" ky="0" algn="bl" rotWithShape="0" blurRad="152400" dist="25400" dir="5400000">
              <a:srgbClr val="1E2761">
                <a:alpha val="8000"/>
              </a:srgbClr>
            </a:outerShdw>
          </a:effectLst>
        </p:spPr>
      </p:sp>
      <p:sp>
        <p:nvSpPr>
          <p:cNvPr id="15" name="Text 13"/>
          <p:cNvSpPr txBox="1"/>
          <p:nvPr/>
        </p:nvSpPr>
        <p:spPr>
          <a:xfrm>
            <a:off x="9144000" y="2340864"/>
            <a:ext cx="1920240" cy="548640"/>
          </a:xfrm>
          <a:prstGeom prst="rect">
            <a:avLst/>
          </a:prstGeom>
          <a:noFill/>
          <a:ln/>
        </p:spPr>
        <p:txBody>
          <a:bodyPr wrap="square" lIns="0" tIns="0" rIns="0" bIns="0" rtlCol="0" anchor="ctr"/>
          <a:lstStyle/>
          <a:p>
            <a:pPr indent="0" marL="0">
              <a:buNone/>
            </a:pPr>
            <a:r>
              <a:rPr lang="en-US" sz="3000" b="1" dirty="0">
                <a:solidFill>
                  <a:srgbClr val="1E2761"/>
                </a:solidFill>
                <a:latin typeface="Malgun Gothic" pitchFamily="34" charset="0"/>
                <a:ea typeface="Malgun Gothic" pitchFamily="34" charset="-122"/>
                <a:cs typeface="Malgun Gothic" pitchFamily="34" charset="-120"/>
              </a:rPr>
              <a:t>27</a:t>
            </a:r>
            <a:endParaRPr lang="en-US" sz="3000" dirty="0"/>
          </a:p>
        </p:txBody>
      </p:sp>
      <p:sp>
        <p:nvSpPr>
          <p:cNvPr id="16" name="Text 14"/>
          <p:cNvSpPr txBox="1"/>
          <p:nvPr/>
        </p:nvSpPr>
        <p:spPr>
          <a:xfrm>
            <a:off x="9144000" y="2980944"/>
            <a:ext cx="2194560" cy="292608"/>
          </a:xfrm>
          <a:prstGeom prst="rect">
            <a:avLst/>
          </a:prstGeom>
          <a:noFill/>
          <a:ln/>
        </p:spPr>
        <p:txBody>
          <a:bodyPr wrap="square" lIns="0" tIns="0" rIns="0" bIns="0" rtlCol="0" anchor="ctr"/>
          <a:lstStyle/>
          <a:p>
            <a:pPr indent="0" marL="0">
              <a:buNone/>
            </a:pPr>
            <a:r>
              <a:rPr lang="en-US" sz="1150" dirty="0">
                <a:solidFill>
                  <a:srgbClr val="5F6B7F"/>
                </a:solidFill>
                <a:latin typeface="Malgun Gothic" pitchFamily="34" charset="0"/>
                <a:ea typeface="Malgun Gothic" pitchFamily="34" charset="-122"/>
                <a:cs typeface="Malgun Gothic" pitchFamily="34" charset="-120"/>
              </a:rPr>
              <a:t>가상 딜</a:t>
            </a:r>
            <a:endParaRPr lang="en-US" sz="1150" dirty="0"/>
          </a:p>
        </p:txBody>
      </p:sp>
      <p:sp>
        <p:nvSpPr>
          <p:cNvPr id="17" name="Shape 15"/>
          <p:cNvSpPr/>
          <p:nvPr/>
        </p:nvSpPr>
        <p:spPr>
          <a:xfrm>
            <a:off x="777240" y="3794760"/>
            <a:ext cx="5166360" cy="2286000"/>
          </a:xfrm>
          <a:prstGeom prst="roundRect">
            <a:avLst>
              <a:gd name="adj" fmla="val 4400"/>
            </a:avLst>
          </a:prstGeom>
          <a:solidFill>
            <a:srgbClr val="F5F7FB"/>
          </a:solidFill>
          <a:ln/>
          <a:effectLst>
            <a:outerShdw sx="100000" sy="100000" kx="0" ky="0" algn="bl" rotWithShape="0" blurRad="152400" dist="25400" dir="5400000">
              <a:srgbClr val="1E2761">
                <a:alpha val="8000"/>
              </a:srgbClr>
            </a:outerShdw>
          </a:effectLst>
        </p:spPr>
      </p:sp>
      <p:sp>
        <p:nvSpPr>
          <p:cNvPr id="18" name="Text 16"/>
          <p:cNvSpPr txBox="1"/>
          <p:nvPr/>
        </p:nvSpPr>
        <p:spPr>
          <a:xfrm>
            <a:off x="1143000" y="4096512"/>
            <a:ext cx="4572000" cy="310896"/>
          </a:xfrm>
          <a:prstGeom prst="rect">
            <a:avLst/>
          </a:prstGeom>
          <a:noFill/>
          <a:ln/>
        </p:spPr>
        <p:txBody>
          <a:bodyPr wrap="square" lIns="0" tIns="0" rIns="0" bIns="0" rtlCol="0" anchor="ctr"/>
          <a:lstStyle/>
          <a:p>
            <a:pPr indent="0" marL="0">
              <a:buNone/>
            </a:pPr>
            <a:r>
              <a:rPr lang="en-US" sz="1500" b="1" dirty="0">
                <a:solidFill>
                  <a:srgbClr val="1E2761"/>
                </a:solidFill>
                <a:latin typeface="Malgun Gothic" pitchFamily="34" charset="0"/>
                <a:ea typeface="Malgun Gothic" pitchFamily="34" charset="-122"/>
                <a:cs typeface="Malgun Gothic" pitchFamily="34" charset="-120"/>
              </a:rPr>
              <a:t>정답지를 원문보다 먼저 확정했다</a:t>
            </a:r>
            <a:endParaRPr lang="en-US" sz="1500" dirty="0"/>
          </a:p>
        </p:txBody>
      </p:sp>
      <p:sp>
        <p:nvSpPr>
          <p:cNvPr id="19" name="Text 17"/>
          <p:cNvSpPr txBox="1"/>
          <p:nvPr/>
        </p:nvSpPr>
        <p:spPr>
          <a:xfrm>
            <a:off x="1143000" y="4526280"/>
            <a:ext cx="4572000" cy="731520"/>
          </a:xfrm>
          <a:prstGeom prst="rect">
            <a:avLst/>
          </a:prstGeom>
          <a:noFill/>
          <a:ln/>
        </p:spPr>
        <p:txBody>
          <a:bodyPr wrap="square" lIns="0" tIns="0" rIns="0" bIns="0" rtlCol="0" anchor="ctr"/>
          <a:lstStyle/>
          <a:p>
            <a:pPr indent="0" marL="0">
              <a:lnSpc>
                <a:spcPts val="1700"/>
              </a:lnSpc>
              <a:buNone/>
            </a:pPr>
            <a:r>
              <a:rPr lang="en-US" sz="1200" dirty="0">
                <a:solidFill>
                  <a:srgbClr val="5F6B7F"/>
                </a:solidFill>
                <a:latin typeface="Malgun Gothic" pitchFamily="34" charset="0"/>
                <a:ea typeface="Malgun Gothic" pitchFamily="34" charset="-122"/>
                <a:cs typeface="Malgun Gothic" pitchFamily="34" charset="-120"/>
              </a:rPr>
              <a:t>LLM 으로 정답지를 만들고 사람이 검수·보정해 고정한 뒤,</a:t>
            </a:r>
            <a:endParaRPr lang="en-US" sz="1200" dirty="0"/>
          </a:p>
          <a:p>
            <a:pPr indent="0" marL="0">
              <a:lnSpc>
                <a:spcPts val="1700"/>
              </a:lnSpc>
              <a:buNone/>
            </a:pPr>
            <a:r>
              <a:rPr lang="en-US" sz="1200" dirty="0">
                <a:solidFill>
                  <a:srgbClr val="5F6B7F"/>
                </a:solidFill>
                <a:latin typeface="Malgun Gothic" pitchFamily="34" charset="0"/>
                <a:ea typeface="Malgun Gothic" pitchFamily="34" charset="-122"/>
                <a:cs typeface="Malgun Gothic" pitchFamily="34" charset="-120"/>
              </a:rPr>
              <a:t>그 정답지로 미팅 원문을 생성했다.</a:t>
            </a:r>
            <a:endParaRPr lang="en-US" sz="1200" dirty="0"/>
          </a:p>
        </p:txBody>
      </p:sp>
      <p:sp>
        <p:nvSpPr>
          <p:cNvPr id="20" name="Text 18"/>
          <p:cNvSpPr txBox="1"/>
          <p:nvPr/>
        </p:nvSpPr>
        <p:spPr>
          <a:xfrm>
            <a:off x="1143000" y="5394960"/>
            <a:ext cx="4572000" cy="292608"/>
          </a:xfrm>
          <a:prstGeom prst="rect">
            <a:avLst/>
          </a:prstGeom>
          <a:noFill/>
          <a:ln/>
        </p:spPr>
        <p:txBody>
          <a:bodyPr wrap="square" lIns="0" tIns="0" rIns="0" bIns="0" rtlCol="0" anchor="ctr"/>
          <a:lstStyle/>
          <a:p>
            <a:pPr indent="0" marL="0">
              <a:buNone/>
            </a:pPr>
            <a:r>
              <a:rPr lang="en-US" sz="1100" b="1" dirty="0">
                <a:solidFill>
                  <a:srgbClr val="028090"/>
                </a:solidFill>
                <a:latin typeface="Malgun Gothic" pitchFamily="34" charset="0"/>
                <a:ea typeface="Malgun Gothic" pitchFamily="34" charset="-122"/>
                <a:cs typeface="Malgun Gothic" pitchFamily="34" charset="-120"/>
              </a:rPr>
              <a:t>정답지 생성 → 사람 검수 → 원문 생성 → 근거 연결</a:t>
            </a:r>
            <a:endParaRPr lang="en-US" sz="1100" dirty="0"/>
          </a:p>
        </p:txBody>
      </p:sp>
      <p:sp>
        <p:nvSpPr>
          <p:cNvPr id="21" name="Shape 19"/>
          <p:cNvSpPr/>
          <p:nvPr/>
        </p:nvSpPr>
        <p:spPr>
          <a:xfrm>
            <a:off x="6263640" y="3794760"/>
            <a:ext cx="5166360" cy="2286000"/>
          </a:xfrm>
          <a:prstGeom prst="roundRect">
            <a:avLst>
              <a:gd name="adj" fmla="val 4400"/>
            </a:avLst>
          </a:prstGeom>
          <a:solidFill>
            <a:srgbClr val="E3F2F2"/>
          </a:solidFill>
          <a:ln/>
          <a:effectLst>
            <a:outerShdw sx="100000" sy="100000" kx="0" ky="0" algn="bl" rotWithShape="0" blurRad="152400" dist="25400" dir="5400000">
              <a:srgbClr val="1E2761">
                <a:alpha val="8000"/>
              </a:srgbClr>
            </a:outerShdw>
          </a:effectLst>
        </p:spPr>
      </p:sp>
      <p:sp>
        <p:nvSpPr>
          <p:cNvPr id="22" name="Text 20"/>
          <p:cNvSpPr txBox="1"/>
          <p:nvPr/>
        </p:nvSpPr>
        <p:spPr>
          <a:xfrm>
            <a:off x="6629400" y="4096512"/>
            <a:ext cx="4572000" cy="310896"/>
          </a:xfrm>
          <a:prstGeom prst="rect">
            <a:avLst/>
          </a:prstGeom>
          <a:noFill/>
          <a:ln/>
        </p:spPr>
        <p:txBody>
          <a:bodyPr wrap="square" lIns="0" tIns="0" rIns="0" bIns="0" rtlCol="0" anchor="ctr"/>
          <a:lstStyle/>
          <a:p>
            <a:pPr indent="0" marL="0">
              <a:buNone/>
            </a:pPr>
            <a:r>
              <a:rPr lang="en-US" sz="1500" b="1" dirty="0">
                <a:solidFill>
                  <a:srgbClr val="028090"/>
                </a:solidFill>
                <a:latin typeface="Malgun Gothic" pitchFamily="34" charset="0"/>
                <a:ea typeface="Malgun Gothic" pitchFamily="34" charset="-122"/>
                <a:cs typeface="Malgun Gothic" pitchFamily="34" charset="-120"/>
              </a:rPr>
              <a:t>정답과 입력을 갈라놓았다</a:t>
            </a:r>
            <a:endParaRPr lang="en-US" sz="1500" dirty="0"/>
          </a:p>
        </p:txBody>
      </p:sp>
      <p:sp>
        <p:nvSpPr>
          <p:cNvPr id="23" name="Text 21"/>
          <p:cNvSpPr txBox="1"/>
          <p:nvPr/>
        </p:nvSpPr>
        <p:spPr>
          <a:xfrm>
            <a:off x="6629400" y="4526280"/>
            <a:ext cx="4572000" cy="731520"/>
          </a:xfrm>
          <a:prstGeom prst="rect">
            <a:avLst/>
          </a:prstGeom>
          <a:noFill/>
          <a:ln/>
        </p:spPr>
        <p:txBody>
          <a:bodyPr wrap="square" lIns="0" tIns="0" rIns="0" bIns="0" rtlCol="0" anchor="ctr"/>
          <a:lstStyle/>
          <a:p>
            <a:pPr indent="0" marL="0">
              <a:lnSpc>
                <a:spcPts val="1700"/>
              </a:lnSpc>
              <a:buNone/>
            </a:pPr>
            <a:r>
              <a:rPr lang="en-US" sz="1200" dirty="0">
                <a:solidFill>
                  <a:srgbClr val="5F6B7F"/>
                </a:solidFill>
                <a:latin typeface="Malgun Gothic" pitchFamily="34" charset="0"/>
                <a:ea typeface="Malgun Gothic" pitchFamily="34" charset="-122"/>
                <a:cs typeface="Malgun Gothic" pitchFamily="34" charset="-120"/>
              </a:rPr>
              <a:t>작성기가 읽는 입력과 채점용 정답지를 다른 파일로</a:t>
            </a:r>
            <a:endParaRPr lang="en-US" sz="1200" dirty="0"/>
          </a:p>
          <a:p>
            <a:pPr indent="0" marL="0">
              <a:lnSpc>
                <a:spcPts val="1700"/>
              </a:lnSpc>
              <a:buNone/>
            </a:pPr>
            <a:r>
              <a:rPr lang="en-US" sz="1200" dirty="0">
                <a:solidFill>
                  <a:srgbClr val="5F6B7F"/>
                </a:solidFill>
                <a:latin typeface="Malgun Gothic" pitchFamily="34" charset="0"/>
                <a:ea typeface="Malgun Gothic" pitchFamily="34" charset="-122"/>
                <a:cs typeface="Malgun Gothic" pitchFamily="34" charset="-120"/>
              </a:rPr>
              <a:t>분리하고, 미래에 일어날 일은 작성기에 주지 않았다.</a:t>
            </a:r>
            <a:endParaRPr lang="en-US" sz="1200" dirty="0"/>
          </a:p>
        </p:txBody>
      </p:sp>
      <p:sp>
        <p:nvSpPr>
          <p:cNvPr id="24" name="Text 22"/>
          <p:cNvSpPr txBox="1"/>
          <p:nvPr/>
        </p:nvSpPr>
        <p:spPr>
          <a:xfrm>
            <a:off x="6629400" y="5394960"/>
            <a:ext cx="4572000" cy="292608"/>
          </a:xfrm>
          <a:prstGeom prst="rect">
            <a:avLst/>
          </a:prstGeom>
          <a:noFill/>
          <a:ln/>
        </p:spPr>
        <p:txBody>
          <a:bodyPr wrap="square" lIns="0" tIns="0" rIns="0" bIns="0" rtlCol="0" anchor="ctr"/>
          <a:lstStyle/>
          <a:p>
            <a:pPr indent="0" marL="0">
              <a:buNone/>
            </a:pPr>
            <a:r>
              <a:rPr lang="en-US" sz="1100" b="1" dirty="0">
                <a:solidFill>
                  <a:srgbClr val="028090"/>
                </a:solidFill>
                <a:latin typeface="Malgun Gothic" pitchFamily="34" charset="0"/>
                <a:ea typeface="Malgun Gothic" pitchFamily="34" charset="-122"/>
                <a:cs typeface="Malgun Gothic" pitchFamily="34" charset="-120"/>
              </a:rPr>
              <a:t>input.json  ↔  golden.json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77240" y="566928"/>
            <a:ext cx="8229600" cy="237744"/>
          </a:xfrm>
          <a:prstGeom prst="rect">
            <a:avLst/>
          </a:prstGeom>
          <a:noFill/>
          <a:ln/>
        </p:spPr>
        <p:txBody>
          <a:bodyPr wrap="square" lIns="0" tIns="0" rIns="0" bIns="0" rtlCol="0" anchor="ctr"/>
          <a:lstStyle/>
          <a:p>
            <a:pPr indent="0" marL="0">
              <a:buNone/>
            </a:pPr>
            <a:r>
              <a:rPr lang="en-US" sz="1100" b="1" spc="180" kern="0" dirty="0">
                <a:solidFill>
                  <a:srgbClr val="028090"/>
                </a:solidFill>
                <a:latin typeface="Malgun Gothic" pitchFamily="34" charset="0"/>
                <a:ea typeface="Malgun Gothic" pitchFamily="34" charset="-122"/>
                <a:cs typeface="Malgun Gothic" pitchFamily="34" charset="-120"/>
              </a:rPr>
              <a:t>METRIC</a:t>
            </a:r>
            <a:endParaRPr lang="en-US" sz="1100" dirty="0"/>
          </a:p>
        </p:txBody>
      </p:sp>
      <p:sp>
        <p:nvSpPr>
          <p:cNvPr id="3" name="Text 1"/>
          <p:cNvSpPr txBox="1"/>
          <p:nvPr/>
        </p:nvSpPr>
        <p:spPr>
          <a:xfrm>
            <a:off x="777240" y="841248"/>
            <a:ext cx="10607040" cy="566928"/>
          </a:xfrm>
          <a:prstGeom prst="rect">
            <a:avLst/>
          </a:prstGeom>
          <a:noFill/>
          <a:ln/>
        </p:spPr>
        <p:txBody>
          <a:bodyPr wrap="square" lIns="0" tIns="0" rIns="0" bIns="0" rtlCol="0" anchor="ctr"/>
          <a:lstStyle/>
          <a:p>
            <a:pPr indent="0" marL="0">
              <a:buNone/>
            </a:pPr>
            <a:r>
              <a:rPr lang="en-US" sz="3000" b="1" dirty="0">
                <a:solidFill>
                  <a:srgbClr val="1E2761"/>
                </a:solidFill>
                <a:latin typeface="Malgun Gothic" pitchFamily="34" charset="0"/>
                <a:ea typeface="Malgun Gothic" pitchFamily="34" charset="-122"/>
                <a:cs typeface="Malgun Gothic" pitchFamily="34" charset="-120"/>
              </a:rPr>
              <a:t>문장이 비슷한지가 아니라 사실이 맞는지 본다</a:t>
            </a:r>
            <a:endParaRPr lang="en-US" sz="3000" dirty="0"/>
          </a:p>
        </p:txBody>
      </p:sp>
      <p:graphicFrame>
        <p:nvGraphicFramePr>
          <p:cNvPr id="4" name="Chart 0" descr=""/>
          <p:cNvGraphicFramePr/>
          <p:nvPr/>
        </p:nvGraphicFramePr>
        <p:xfrm>
          <a:off x="777240" y="1965960"/>
          <a:ext cx="5852160" cy="35661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49440" y="1965960"/>
            <a:ext cx="4480560" cy="3566160"/>
          </a:xfrm>
          <a:prstGeom prst="roundRect">
            <a:avLst>
              <a:gd name="adj" fmla="val 2821"/>
            </a:avLst>
          </a:prstGeom>
          <a:solidFill>
            <a:srgbClr val="F5F7FB"/>
          </a:solidFill>
          <a:ln/>
          <a:effectLst>
            <a:outerShdw sx="100000" sy="100000" kx="0" ky="0" algn="bl" rotWithShape="0" blurRad="152400" dist="25400" dir="5400000">
              <a:srgbClr val="1E2761">
                <a:alpha val="8000"/>
              </a:srgbClr>
            </a:outerShdw>
          </a:effectLst>
        </p:spPr>
      </p:sp>
      <p:sp>
        <p:nvSpPr>
          <p:cNvPr id="6" name="Text 3"/>
          <p:cNvSpPr txBox="1"/>
          <p:nvPr/>
        </p:nvSpPr>
        <p:spPr>
          <a:xfrm>
            <a:off x="7315200" y="2267712"/>
            <a:ext cx="3840480" cy="310896"/>
          </a:xfrm>
          <a:prstGeom prst="rect">
            <a:avLst/>
          </a:prstGeom>
          <a:noFill/>
          <a:ln/>
        </p:spPr>
        <p:txBody>
          <a:bodyPr wrap="square" lIns="0" tIns="0" rIns="0" bIns="0" rtlCol="0" anchor="ctr"/>
          <a:lstStyle/>
          <a:p>
            <a:pPr indent="0" marL="0">
              <a:buNone/>
            </a:pPr>
            <a:r>
              <a:rPr lang="en-US" sz="1500" b="1" dirty="0">
                <a:solidFill>
                  <a:srgbClr val="1E2761"/>
                </a:solidFill>
                <a:latin typeface="Malgun Gothic" pitchFamily="34" charset="0"/>
                <a:ea typeface="Malgun Gothic" pitchFamily="34" charset="-122"/>
                <a:cs typeface="Malgun Gothic" pitchFamily="34" charset="-120"/>
              </a:rPr>
              <a:t>점수만 내지 않는다</a:t>
            </a:r>
            <a:endParaRPr lang="en-US" sz="1500" dirty="0"/>
          </a:p>
        </p:txBody>
      </p:sp>
      <p:sp>
        <p:nvSpPr>
          <p:cNvPr id="7" name="Shape 4"/>
          <p:cNvSpPr/>
          <p:nvPr/>
        </p:nvSpPr>
        <p:spPr>
          <a:xfrm>
            <a:off x="7315200" y="2871216"/>
            <a:ext cx="128016" cy="128016"/>
          </a:xfrm>
          <a:prstGeom prst="ellipse">
            <a:avLst/>
          </a:prstGeom>
          <a:solidFill>
            <a:srgbClr val="1E2761"/>
          </a:solidFill>
          <a:ln/>
        </p:spPr>
      </p:sp>
      <p:sp>
        <p:nvSpPr>
          <p:cNvPr id="8" name="Text 5"/>
          <p:cNvSpPr txBox="1"/>
          <p:nvPr/>
        </p:nvSpPr>
        <p:spPr>
          <a:xfrm>
            <a:off x="7552944" y="2788920"/>
            <a:ext cx="3657600" cy="274320"/>
          </a:xfrm>
          <a:prstGeom prst="rect">
            <a:avLst/>
          </a:prstGeom>
          <a:noFill/>
          <a:ln/>
        </p:spPr>
        <p:txBody>
          <a:bodyPr wrap="square" lIns="0" tIns="0" rIns="0" bIns="0" rtlCol="0" anchor="ctr"/>
          <a:lstStyle/>
          <a:p>
            <a:pPr indent="0" marL="0">
              <a:buNone/>
            </a:pPr>
            <a:r>
              <a:rPr lang="en-US" sz="1300" b="1" dirty="0">
                <a:solidFill>
                  <a:srgbClr val="1C2333"/>
                </a:solidFill>
                <a:latin typeface="Malgun Gothic" pitchFamily="34" charset="0"/>
                <a:ea typeface="Malgun Gothic" pitchFamily="34" charset="-122"/>
                <a:cs typeface="Malgun Gothic" pitchFamily="34" charset="-120"/>
              </a:rPr>
              <a:t>사실별 판정</a:t>
            </a:r>
            <a:endParaRPr lang="en-US" sz="1300" dirty="0"/>
          </a:p>
        </p:txBody>
      </p:sp>
      <p:sp>
        <p:nvSpPr>
          <p:cNvPr id="9" name="Text 6"/>
          <p:cNvSpPr txBox="1"/>
          <p:nvPr/>
        </p:nvSpPr>
        <p:spPr>
          <a:xfrm>
            <a:off x="7552944" y="3081528"/>
            <a:ext cx="3657600" cy="502920"/>
          </a:xfrm>
          <a:prstGeom prst="rect">
            <a:avLst/>
          </a:prstGeom>
          <a:noFill/>
          <a:ln/>
        </p:spPr>
        <p:txBody>
          <a:bodyPr wrap="square" lIns="0" tIns="0" rIns="0" bIns="0" rtlCol="0" anchor="ctr"/>
          <a:lstStyle/>
          <a:p>
            <a:pPr indent="0" marL="0">
              <a:lnSpc>
                <a:spcPts val="1500"/>
              </a:lnSpc>
              <a:buNone/>
            </a:pPr>
            <a:r>
              <a:rPr lang="en-US" sz="1100" dirty="0">
                <a:solidFill>
                  <a:srgbClr val="5F6B7F"/>
                </a:solidFill>
                <a:latin typeface="Malgun Gothic" pitchFamily="34" charset="0"/>
                <a:ea typeface="Malgun Gothic" pitchFamily="34" charset="-122"/>
                <a:cs typeface="Malgun Gothic" pitchFamily="34" charset="-120"/>
              </a:rPr>
              <a:t>정답지의 모든 사실을</a:t>
            </a:r>
            <a:endParaRPr lang="en-US" sz="1100" dirty="0"/>
          </a:p>
          <a:p>
            <a:pPr indent="0" marL="0">
              <a:lnSpc>
                <a:spcPts val="1500"/>
              </a:lnSpc>
              <a:buNone/>
            </a:pPr>
            <a:r>
              <a:rPr lang="en-US" sz="1100" dirty="0">
                <a:solidFill>
                  <a:srgbClr val="5F6B7F"/>
                </a:solidFill>
                <a:latin typeface="Malgun Gothic" pitchFamily="34" charset="0"/>
                <a:ea typeface="Malgun Gothic" pitchFamily="34" charset="-122"/>
                <a:cs typeface="Malgun Gothic" pitchFamily="34" charset="-120"/>
              </a:rPr>
              <a:t>충족 · 누락 · 왜곡 으로 나눈다</a:t>
            </a:r>
            <a:endParaRPr lang="en-US" sz="1100" dirty="0"/>
          </a:p>
        </p:txBody>
      </p:sp>
      <p:sp>
        <p:nvSpPr>
          <p:cNvPr id="10" name="Shape 7"/>
          <p:cNvSpPr/>
          <p:nvPr/>
        </p:nvSpPr>
        <p:spPr>
          <a:xfrm>
            <a:off x="7315200" y="3739896"/>
            <a:ext cx="128016" cy="128016"/>
          </a:xfrm>
          <a:prstGeom prst="ellipse">
            <a:avLst/>
          </a:prstGeom>
          <a:solidFill>
            <a:srgbClr val="028090"/>
          </a:solidFill>
          <a:ln/>
        </p:spPr>
      </p:sp>
      <p:sp>
        <p:nvSpPr>
          <p:cNvPr id="11" name="Text 8"/>
          <p:cNvSpPr txBox="1"/>
          <p:nvPr/>
        </p:nvSpPr>
        <p:spPr>
          <a:xfrm>
            <a:off x="7552944" y="3657600"/>
            <a:ext cx="3657600" cy="274320"/>
          </a:xfrm>
          <a:prstGeom prst="rect">
            <a:avLst/>
          </a:prstGeom>
          <a:noFill/>
          <a:ln/>
        </p:spPr>
        <p:txBody>
          <a:bodyPr wrap="square" lIns="0" tIns="0" rIns="0" bIns="0" rtlCol="0" anchor="ctr"/>
          <a:lstStyle/>
          <a:p>
            <a:pPr indent="0" marL="0">
              <a:buNone/>
            </a:pPr>
            <a:r>
              <a:rPr lang="en-US" sz="1300" b="1" dirty="0">
                <a:solidFill>
                  <a:srgbClr val="1C2333"/>
                </a:solidFill>
                <a:latin typeface="Malgun Gothic" pitchFamily="34" charset="0"/>
                <a:ea typeface="Malgun Gothic" pitchFamily="34" charset="-122"/>
                <a:cs typeface="Malgun Gothic" pitchFamily="34" charset="-120"/>
              </a:rPr>
              <a:t>오류 출처</a:t>
            </a:r>
            <a:endParaRPr lang="en-US" sz="1300" dirty="0"/>
          </a:p>
        </p:txBody>
      </p:sp>
      <p:sp>
        <p:nvSpPr>
          <p:cNvPr id="12" name="Text 9"/>
          <p:cNvSpPr txBox="1"/>
          <p:nvPr/>
        </p:nvSpPr>
        <p:spPr>
          <a:xfrm>
            <a:off x="7552944" y="3950208"/>
            <a:ext cx="3657600" cy="502920"/>
          </a:xfrm>
          <a:prstGeom prst="rect">
            <a:avLst/>
          </a:prstGeom>
          <a:noFill/>
          <a:ln/>
        </p:spPr>
        <p:txBody>
          <a:bodyPr wrap="square" lIns="0" tIns="0" rIns="0" bIns="0" rtlCol="0" anchor="ctr"/>
          <a:lstStyle/>
          <a:p>
            <a:pPr indent="0" marL="0">
              <a:lnSpc>
                <a:spcPts val="1500"/>
              </a:lnSpc>
              <a:buNone/>
            </a:pPr>
            <a:r>
              <a:rPr lang="en-US" sz="1100" dirty="0">
                <a:solidFill>
                  <a:srgbClr val="5F6B7F"/>
                </a:solidFill>
                <a:latin typeface="Malgun Gothic" pitchFamily="34" charset="0"/>
                <a:ea typeface="Malgun Gothic" pitchFamily="34" charset="-122"/>
                <a:cs typeface="Malgun Gothic" pitchFamily="34" charset="-120"/>
              </a:rPr>
              <a:t>작성기가 만든 오류인지</a:t>
            </a:r>
            <a:endParaRPr lang="en-US" sz="1100" dirty="0"/>
          </a:p>
          <a:p>
            <a:pPr indent="0" marL="0">
              <a:lnSpc>
                <a:spcPts val="1500"/>
              </a:lnSpc>
              <a:buNone/>
            </a:pPr>
            <a:r>
              <a:rPr lang="en-US" sz="1100" dirty="0">
                <a:solidFill>
                  <a:srgbClr val="5F6B7F"/>
                </a:solidFill>
                <a:latin typeface="Malgun Gothic" pitchFamily="34" charset="0"/>
                <a:ea typeface="Malgun Gothic" pitchFamily="34" charset="-122"/>
                <a:cs typeface="Malgun Gothic" pitchFamily="34" charset="-120"/>
              </a:rPr>
              <a:t>입력에서 넘어온 오류인지 가른다</a:t>
            </a:r>
            <a:endParaRPr lang="en-US" sz="1100" dirty="0"/>
          </a:p>
        </p:txBody>
      </p:sp>
      <p:sp>
        <p:nvSpPr>
          <p:cNvPr id="13" name="Shape 10"/>
          <p:cNvSpPr/>
          <p:nvPr/>
        </p:nvSpPr>
        <p:spPr>
          <a:xfrm>
            <a:off x="7315200" y="4608576"/>
            <a:ext cx="128016" cy="128016"/>
          </a:xfrm>
          <a:prstGeom prst="ellipse">
            <a:avLst/>
          </a:prstGeom>
          <a:solidFill>
            <a:srgbClr val="B5750B"/>
          </a:solidFill>
          <a:ln/>
        </p:spPr>
      </p:sp>
      <p:sp>
        <p:nvSpPr>
          <p:cNvPr id="14" name="Text 11"/>
          <p:cNvSpPr txBox="1"/>
          <p:nvPr/>
        </p:nvSpPr>
        <p:spPr>
          <a:xfrm>
            <a:off x="7552944" y="4526280"/>
            <a:ext cx="3657600" cy="274320"/>
          </a:xfrm>
          <a:prstGeom prst="rect">
            <a:avLst/>
          </a:prstGeom>
          <a:noFill/>
          <a:ln/>
        </p:spPr>
        <p:txBody>
          <a:bodyPr wrap="square" lIns="0" tIns="0" rIns="0" bIns="0" rtlCol="0" anchor="ctr"/>
          <a:lstStyle/>
          <a:p>
            <a:pPr indent="0" marL="0">
              <a:buNone/>
            </a:pPr>
            <a:r>
              <a:rPr lang="en-US" sz="1300" b="1" dirty="0">
                <a:solidFill>
                  <a:srgbClr val="1C2333"/>
                </a:solidFill>
                <a:latin typeface="Malgun Gothic" pitchFamily="34" charset="0"/>
                <a:ea typeface="Malgun Gothic" pitchFamily="34" charset="-122"/>
                <a:cs typeface="Malgun Gothic" pitchFamily="34" charset="-120"/>
              </a:rPr>
              <a:t>중대 오류</a:t>
            </a:r>
            <a:endParaRPr lang="en-US" sz="1300" dirty="0"/>
          </a:p>
        </p:txBody>
      </p:sp>
      <p:sp>
        <p:nvSpPr>
          <p:cNvPr id="15" name="Text 12"/>
          <p:cNvSpPr txBox="1"/>
          <p:nvPr/>
        </p:nvSpPr>
        <p:spPr>
          <a:xfrm>
            <a:off x="7552944" y="4818888"/>
            <a:ext cx="3657600" cy="502920"/>
          </a:xfrm>
          <a:prstGeom prst="rect">
            <a:avLst/>
          </a:prstGeom>
          <a:noFill/>
          <a:ln/>
        </p:spPr>
        <p:txBody>
          <a:bodyPr wrap="square" lIns="0" tIns="0" rIns="0" bIns="0" rtlCol="0" anchor="ctr"/>
          <a:lstStyle/>
          <a:p>
            <a:pPr indent="0" marL="0">
              <a:lnSpc>
                <a:spcPts val="1500"/>
              </a:lnSpc>
              <a:buNone/>
            </a:pPr>
            <a:r>
              <a:rPr lang="en-US" sz="1100" dirty="0">
                <a:solidFill>
                  <a:srgbClr val="5F6B7F"/>
                </a:solidFill>
                <a:latin typeface="Malgun Gothic" pitchFamily="34" charset="0"/>
                <a:ea typeface="Malgun Gothic" pitchFamily="34" charset="-122"/>
                <a:cs typeface="Malgun Gothic" pitchFamily="34" charset="-120"/>
              </a:rPr>
              <a:t>다른 딜 사실 혼입, 계획을 완료로</a:t>
            </a:r>
            <a:endParaRPr lang="en-US" sz="1100" dirty="0"/>
          </a:p>
          <a:p>
            <a:pPr indent="0" marL="0">
              <a:lnSpc>
                <a:spcPts val="1500"/>
              </a:lnSpc>
              <a:buNone/>
            </a:pPr>
            <a:r>
              <a:rPr lang="en-US" sz="1100" dirty="0">
                <a:solidFill>
                  <a:srgbClr val="5F6B7F"/>
                </a:solidFill>
                <a:latin typeface="Malgun Gothic" pitchFamily="34" charset="0"/>
                <a:ea typeface="Malgun Gothic" pitchFamily="34" charset="-122"/>
                <a:cs typeface="Malgun Gothic" pitchFamily="34" charset="-120"/>
              </a:rPr>
              <a:t>바꾼 경우는 따로 표시한다</a:t>
            </a:r>
            <a:endParaRPr lang="en-US" sz="1100" dirty="0"/>
          </a:p>
        </p:txBody>
      </p:sp>
      <p:sp>
        <p:nvSpPr>
          <p:cNvPr id="16" name="Text 13"/>
          <p:cNvSpPr txBox="1"/>
          <p:nvPr/>
        </p:nvSpPr>
        <p:spPr>
          <a:xfrm>
            <a:off x="777240" y="5760720"/>
            <a:ext cx="10607040" cy="274320"/>
          </a:xfrm>
          <a:prstGeom prst="rect">
            <a:avLst/>
          </a:prstGeom>
          <a:noFill/>
          <a:ln/>
        </p:spPr>
        <p:txBody>
          <a:bodyPr wrap="square" lIns="0" tIns="0" rIns="0" bIns="0" rtlCol="0" anchor="ctr"/>
          <a:lstStyle/>
          <a:p>
            <a:pPr indent="0" marL="0">
              <a:buNone/>
            </a:pPr>
            <a:r>
              <a:rPr lang="en-US" sz="1200" dirty="0">
                <a:solidFill>
                  <a:srgbClr val="5F6B7F"/>
                </a:solidFill>
                <a:latin typeface="Malgun Gothic" pitchFamily="34" charset="0"/>
                <a:ea typeface="Malgun Gothic" pitchFamily="34" charset="-122"/>
                <a:cs typeface="Malgun Gothic" pitchFamily="34" charset="-120"/>
              </a:rPr>
              <a:t>정답 보고서와 같은 문장을 요구하지 않는다. 같은 사실과 조건을 의미상 정확히 전달했는지를 본다.</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77240" y="566928"/>
            <a:ext cx="8229600" cy="237744"/>
          </a:xfrm>
          <a:prstGeom prst="rect">
            <a:avLst/>
          </a:prstGeom>
          <a:noFill/>
          <a:ln/>
        </p:spPr>
        <p:txBody>
          <a:bodyPr wrap="square" lIns="0" tIns="0" rIns="0" bIns="0" rtlCol="0" anchor="ctr"/>
          <a:lstStyle/>
          <a:p>
            <a:pPr indent="0" marL="0">
              <a:buNone/>
            </a:pPr>
            <a:r>
              <a:rPr lang="en-US" sz="1100" b="1" spc="180" kern="0" dirty="0">
                <a:solidFill>
                  <a:srgbClr val="028090"/>
                </a:solidFill>
                <a:latin typeface="Malgun Gothic" pitchFamily="34" charset="0"/>
                <a:ea typeface="Malgun Gothic" pitchFamily="34" charset="-122"/>
                <a:cs typeface="Malgun Gothic" pitchFamily="34" charset="-120"/>
              </a:rPr>
              <a:t>VALIDITY</a:t>
            </a:r>
            <a:endParaRPr lang="en-US" sz="1100" dirty="0"/>
          </a:p>
        </p:txBody>
      </p:sp>
      <p:sp>
        <p:nvSpPr>
          <p:cNvPr id="3" name="Text 1"/>
          <p:cNvSpPr txBox="1"/>
          <p:nvPr/>
        </p:nvSpPr>
        <p:spPr>
          <a:xfrm>
            <a:off x="777240" y="841248"/>
            <a:ext cx="10607040" cy="566928"/>
          </a:xfrm>
          <a:prstGeom prst="rect">
            <a:avLst/>
          </a:prstGeom>
          <a:noFill/>
          <a:ln/>
        </p:spPr>
        <p:txBody>
          <a:bodyPr wrap="square" lIns="0" tIns="0" rIns="0" bIns="0" rtlCol="0" anchor="ctr"/>
          <a:lstStyle/>
          <a:p>
            <a:pPr indent="0" marL="0">
              <a:buNone/>
            </a:pPr>
            <a:r>
              <a:rPr lang="en-US" sz="3000" b="1" dirty="0">
                <a:solidFill>
                  <a:srgbClr val="1E2761"/>
                </a:solidFill>
                <a:latin typeface="Malgun Gothic" pitchFamily="34" charset="0"/>
                <a:ea typeface="Malgun Gothic" pitchFamily="34" charset="-122"/>
                <a:cs typeface="Malgun Gothic" pitchFamily="34" charset="-120"/>
              </a:rPr>
              <a:t>점수가 편향되지 않도록 네 가지를 막았다</a:t>
            </a:r>
            <a:endParaRPr lang="en-US" sz="3000" dirty="0"/>
          </a:p>
        </p:txBody>
      </p:sp>
      <p:sp>
        <p:nvSpPr>
          <p:cNvPr id="4" name="Shape 2"/>
          <p:cNvSpPr/>
          <p:nvPr/>
        </p:nvSpPr>
        <p:spPr>
          <a:xfrm>
            <a:off x="777240" y="2011680"/>
            <a:ext cx="5166360" cy="1783080"/>
          </a:xfrm>
          <a:prstGeom prst="roundRect">
            <a:avLst>
              <a:gd name="adj" fmla="val 5641"/>
            </a:avLst>
          </a:prstGeom>
          <a:solidFill>
            <a:srgbClr val="EEF3FC"/>
          </a:solidFill>
          <a:ln/>
          <a:effectLst>
            <a:outerShdw sx="100000" sy="100000" kx="0" ky="0" algn="bl" rotWithShape="0" blurRad="152400" dist="25400" dir="5400000">
              <a:srgbClr val="1E2761">
                <a:alpha val="8000"/>
              </a:srgbClr>
            </a:outerShdw>
          </a:effectLst>
        </p:spPr>
      </p:sp>
      <p:sp>
        <p:nvSpPr>
          <p:cNvPr id="5" name="Shape 3"/>
          <p:cNvSpPr/>
          <p:nvPr/>
        </p:nvSpPr>
        <p:spPr>
          <a:xfrm>
            <a:off x="1143000" y="2468880"/>
            <a:ext cx="457200" cy="457200"/>
          </a:xfrm>
          <a:prstGeom prst="ellipse">
            <a:avLst/>
          </a:prstGeom>
          <a:solidFill>
            <a:srgbClr val="1E2761"/>
          </a:solidFill>
          <a:ln/>
        </p:spPr>
      </p:sp>
      <p:sp>
        <p:nvSpPr>
          <p:cNvPr id="6" name="Text 4"/>
          <p:cNvSpPr txBox="1"/>
          <p:nvPr/>
        </p:nvSpPr>
        <p:spPr>
          <a:xfrm>
            <a:off x="1143000" y="2468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1</a:t>
            </a:r>
            <a:endParaRPr lang="en-US" sz="1500" dirty="0"/>
          </a:p>
        </p:txBody>
      </p:sp>
      <p:sp>
        <p:nvSpPr>
          <p:cNvPr id="7" name="Text 5"/>
          <p:cNvSpPr txBox="1"/>
          <p:nvPr/>
        </p:nvSpPr>
        <p:spPr>
          <a:xfrm>
            <a:off x="1783080" y="2505456"/>
            <a:ext cx="3840480" cy="365760"/>
          </a:xfrm>
          <a:prstGeom prst="rect">
            <a:avLst/>
          </a:prstGeom>
          <a:noFill/>
          <a:ln/>
        </p:spPr>
        <p:txBody>
          <a:bodyPr wrap="square" lIns="0" tIns="0" rIns="0" bIns="0" rtlCol="0" anchor="ctr"/>
          <a:lstStyle/>
          <a:p>
            <a:pPr indent="0" marL="0">
              <a:buNone/>
            </a:pPr>
            <a:r>
              <a:rPr lang="en-US" sz="1600" b="1" dirty="0">
                <a:solidFill>
                  <a:srgbClr val="1E2761"/>
                </a:solidFill>
                <a:latin typeface="Malgun Gothic" pitchFamily="34" charset="0"/>
                <a:ea typeface="Malgun Gothic" pitchFamily="34" charset="-122"/>
                <a:cs typeface="Malgun Gothic" pitchFamily="34" charset="-120"/>
              </a:rPr>
              <a:t>채점 대상이 정답을 흔들지 못하게</a:t>
            </a:r>
            <a:endParaRPr lang="en-US" sz="1600" dirty="0"/>
          </a:p>
        </p:txBody>
      </p:sp>
      <p:sp>
        <p:nvSpPr>
          <p:cNvPr id="8" name="Text 6"/>
          <p:cNvSpPr txBox="1"/>
          <p:nvPr/>
        </p:nvSpPr>
        <p:spPr>
          <a:xfrm>
            <a:off x="1783080" y="2962656"/>
            <a:ext cx="3931920" cy="365760"/>
          </a:xfrm>
          <a:prstGeom prst="rect">
            <a:avLst/>
          </a:prstGeom>
          <a:noFill/>
          <a:ln/>
        </p:spPr>
        <p:txBody>
          <a:bodyPr wrap="square" lIns="0" tIns="0" rIns="0" bIns="0" rtlCol="0" anchor="ctr"/>
          <a:lstStyle/>
          <a:p>
            <a:pPr indent="0" marL="0">
              <a:buNone/>
            </a:pPr>
            <a:r>
              <a:rPr lang="en-US" sz="1200" dirty="0">
                <a:solidFill>
                  <a:srgbClr val="5F6B7F"/>
                </a:solidFill>
                <a:latin typeface="Malgun Gothic" pitchFamily="34" charset="0"/>
                <a:ea typeface="Malgun Gothic" pitchFamily="34" charset="-122"/>
                <a:cs typeface="Malgun Gothic" pitchFamily="34" charset="-120"/>
              </a:rPr>
              <a:t>정답지를 먼저 고정하고 사람이 검수했다</a:t>
            </a:r>
            <a:endParaRPr lang="en-US" sz="1200" dirty="0"/>
          </a:p>
        </p:txBody>
      </p:sp>
      <p:sp>
        <p:nvSpPr>
          <p:cNvPr id="9" name="Shape 7"/>
          <p:cNvSpPr/>
          <p:nvPr/>
        </p:nvSpPr>
        <p:spPr>
          <a:xfrm>
            <a:off x="6263640" y="2011680"/>
            <a:ext cx="5166360" cy="1783080"/>
          </a:xfrm>
          <a:prstGeom prst="roundRect">
            <a:avLst>
              <a:gd name="adj" fmla="val 5641"/>
            </a:avLst>
          </a:prstGeom>
          <a:solidFill>
            <a:srgbClr val="E3F2F2"/>
          </a:solidFill>
          <a:ln/>
          <a:effectLst>
            <a:outerShdw sx="100000" sy="100000" kx="0" ky="0" algn="bl" rotWithShape="0" blurRad="152400" dist="25400" dir="5400000">
              <a:srgbClr val="1E2761">
                <a:alpha val="8000"/>
              </a:srgbClr>
            </a:outerShdw>
          </a:effectLst>
        </p:spPr>
      </p:sp>
      <p:sp>
        <p:nvSpPr>
          <p:cNvPr id="10" name="Shape 8"/>
          <p:cNvSpPr/>
          <p:nvPr/>
        </p:nvSpPr>
        <p:spPr>
          <a:xfrm>
            <a:off x="6629400" y="2468880"/>
            <a:ext cx="457200" cy="457200"/>
          </a:xfrm>
          <a:prstGeom prst="ellipse">
            <a:avLst/>
          </a:prstGeom>
          <a:solidFill>
            <a:srgbClr val="028090"/>
          </a:solidFill>
          <a:ln/>
        </p:spPr>
      </p:sp>
      <p:sp>
        <p:nvSpPr>
          <p:cNvPr id="11" name="Text 9"/>
          <p:cNvSpPr txBox="1"/>
          <p:nvPr/>
        </p:nvSpPr>
        <p:spPr>
          <a:xfrm>
            <a:off x="6629400" y="24688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2</a:t>
            </a:r>
            <a:endParaRPr lang="en-US" sz="1500" dirty="0"/>
          </a:p>
        </p:txBody>
      </p:sp>
      <p:sp>
        <p:nvSpPr>
          <p:cNvPr id="12" name="Text 10"/>
          <p:cNvSpPr txBox="1"/>
          <p:nvPr/>
        </p:nvSpPr>
        <p:spPr>
          <a:xfrm>
            <a:off x="7269480" y="2505456"/>
            <a:ext cx="3840480" cy="365760"/>
          </a:xfrm>
          <a:prstGeom prst="rect">
            <a:avLst/>
          </a:prstGeom>
          <a:noFill/>
          <a:ln/>
        </p:spPr>
        <p:txBody>
          <a:bodyPr wrap="square" lIns="0" tIns="0" rIns="0" bIns="0" rtlCol="0" anchor="ctr"/>
          <a:lstStyle/>
          <a:p>
            <a:pPr indent="0" marL="0">
              <a:buNone/>
            </a:pPr>
            <a:r>
              <a:rPr lang="en-US" sz="1600" b="1" dirty="0">
                <a:solidFill>
                  <a:srgbClr val="1E2761"/>
                </a:solidFill>
                <a:latin typeface="Malgun Gothic" pitchFamily="34" charset="0"/>
                <a:ea typeface="Malgun Gothic" pitchFamily="34" charset="-122"/>
                <a:cs typeface="Malgun Gothic" pitchFamily="34" charset="-120"/>
              </a:rPr>
              <a:t>근거 없는 판정이 없게</a:t>
            </a:r>
            <a:endParaRPr lang="en-US" sz="1600" dirty="0"/>
          </a:p>
        </p:txBody>
      </p:sp>
      <p:sp>
        <p:nvSpPr>
          <p:cNvPr id="13" name="Text 11"/>
          <p:cNvSpPr txBox="1"/>
          <p:nvPr/>
        </p:nvSpPr>
        <p:spPr>
          <a:xfrm>
            <a:off x="7269480" y="2962656"/>
            <a:ext cx="3931920" cy="365760"/>
          </a:xfrm>
          <a:prstGeom prst="rect">
            <a:avLst/>
          </a:prstGeom>
          <a:noFill/>
          <a:ln/>
        </p:spPr>
        <p:txBody>
          <a:bodyPr wrap="square" lIns="0" tIns="0" rIns="0" bIns="0" rtlCol="0" anchor="ctr"/>
          <a:lstStyle/>
          <a:p>
            <a:pPr indent="0" marL="0">
              <a:buNone/>
            </a:pPr>
            <a:r>
              <a:rPr lang="en-US" sz="1200" dirty="0">
                <a:solidFill>
                  <a:srgbClr val="5F6B7F"/>
                </a:solidFill>
                <a:latin typeface="Malgun Gothic" pitchFamily="34" charset="0"/>
                <a:ea typeface="Malgun Gothic" pitchFamily="34" charset="-122"/>
                <a:cs typeface="Malgun Gothic" pitchFamily="34" charset="-120"/>
              </a:rPr>
              <a:t>모든 판정에 보고서 문장과 원문 인용을 붙였다</a:t>
            </a:r>
            <a:endParaRPr lang="en-US" sz="1200" dirty="0"/>
          </a:p>
        </p:txBody>
      </p:sp>
      <p:sp>
        <p:nvSpPr>
          <p:cNvPr id="14" name="Shape 12"/>
          <p:cNvSpPr/>
          <p:nvPr/>
        </p:nvSpPr>
        <p:spPr>
          <a:xfrm>
            <a:off x="777240" y="3977640"/>
            <a:ext cx="5166360" cy="1783080"/>
          </a:xfrm>
          <a:prstGeom prst="roundRect">
            <a:avLst>
              <a:gd name="adj" fmla="val 5641"/>
            </a:avLst>
          </a:prstGeom>
          <a:solidFill>
            <a:srgbClr val="EEF3FC"/>
          </a:solidFill>
          <a:ln/>
          <a:effectLst>
            <a:outerShdw sx="100000" sy="100000" kx="0" ky="0" algn="bl" rotWithShape="0" blurRad="152400" dist="25400" dir="5400000">
              <a:srgbClr val="1E2761">
                <a:alpha val="8000"/>
              </a:srgbClr>
            </a:outerShdw>
          </a:effectLst>
        </p:spPr>
      </p:sp>
      <p:sp>
        <p:nvSpPr>
          <p:cNvPr id="15" name="Shape 13"/>
          <p:cNvSpPr/>
          <p:nvPr/>
        </p:nvSpPr>
        <p:spPr>
          <a:xfrm>
            <a:off x="1143000" y="4434840"/>
            <a:ext cx="457200" cy="457200"/>
          </a:xfrm>
          <a:prstGeom prst="ellipse">
            <a:avLst/>
          </a:prstGeom>
          <a:solidFill>
            <a:srgbClr val="1E2761"/>
          </a:solidFill>
          <a:ln/>
        </p:spPr>
      </p:sp>
      <p:sp>
        <p:nvSpPr>
          <p:cNvPr id="16" name="Text 14"/>
          <p:cNvSpPr txBox="1"/>
          <p:nvPr/>
        </p:nvSpPr>
        <p:spPr>
          <a:xfrm>
            <a:off x="11430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3</a:t>
            </a:r>
            <a:endParaRPr lang="en-US" sz="1500" dirty="0"/>
          </a:p>
        </p:txBody>
      </p:sp>
      <p:sp>
        <p:nvSpPr>
          <p:cNvPr id="17" name="Text 15"/>
          <p:cNvSpPr txBox="1"/>
          <p:nvPr/>
        </p:nvSpPr>
        <p:spPr>
          <a:xfrm>
            <a:off x="1783080" y="4471416"/>
            <a:ext cx="3840480" cy="365760"/>
          </a:xfrm>
          <a:prstGeom prst="rect">
            <a:avLst/>
          </a:prstGeom>
          <a:noFill/>
          <a:ln/>
        </p:spPr>
        <p:txBody>
          <a:bodyPr wrap="square" lIns="0" tIns="0" rIns="0" bIns="0" rtlCol="0" anchor="ctr"/>
          <a:lstStyle/>
          <a:p>
            <a:pPr indent="0" marL="0">
              <a:buNone/>
            </a:pPr>
            <a:r>
              <a:rPr lang="en-US" sz="1600" b="1" dirty="0">
                <a:solidFill>
                  <a:srgbClr val="1E2761"/>
                </a:solidFill>
                <a:latin typeface="Malgun Gothic" pitchFamily="34" charset="0"/>
                <a:ea typeface="Malgun Gothic" pitchFamily="34" charset="-122"/>
                <a:cs typeface="Malgun Gothic" pitchFamily="34" charset="-120"/>
              </a:rPr>
              <a:t>순서에 유리해지지 않게</a:t>
            </a:r>
            <a:endParaRPr lang="en-US" sz="1600" dirty="0"/>
          </a:p>
        </p:txBody>
      </p:sp>
      <p:sp>
        <p:nvSpPr>
          <p:cNvPr id="18" name="Text 16"/>
          <p:cNvSpPr txBox="1"/>
          <p:nvPr/>
        </p:nvSpPr>
        <p:spPr>
          <a:xfrm>
            <a:off x="1783080" y="4928616"/>
            <a:ext cx="3931920" cy="365760"/>
          </a:xfrm>
          <a:prstGeom prst="rect">
            <a:avLst/>
          </a:prstGeom>
          <a:noFill/>
          <a:ln/>
        </p:spPr>
        <p:txBody>
          <a:bodyPr wrap="square" lIns="0" tIns="0" rIns="0" bIns="0" rtlCol="0" anchor="ctr"/>
          <a:lstStyle/>
          <a:p>
            <a:pPr indent="0" marL="0">
              <a:buNone/>
            </a:pPr>
            <a:r>
              <a:rPr lang="en-US" sz="1200" dirty="0">
                <a:solidFill>
                  <a:srgbClr val="5F6B7F"/>
                </a:solidFill>
                <a:latin typeface="Malgun Gothic" pitchFamily="34" charset="0"/>
                <a:ea typeface="Malgun Gothic" pitchFamily="34" charset="-122"/>
                <a:cs typeface="Malgun Gothic" pitchFamily="34" charset="-120"/>
              </a:rPr>
              <a:t>구조명을 숨기고, 위치를 바꿔 한 번 더 평가했다</a:t>
            </a:r>
            <a:endParaRPr lang="en-US" sz="1200" dirty="0"/>
          </a:p>
        </p:txBody>
      </p:sp>
      <p:sp>
        <p:nvSpPr>
          <p:cNvPr id="19" name="Shape 17"/>
          <p:cNvSpPr/>
          <p:nvPr/>
        </p:nvSpPr>
        <p:spPr>
          <a:xfrm>
            <a:off x="6263640" y="3977640"/>
            <a:ext cx="5166360" cy="1783080"/>
          </a:xfrm>
          <a:prstGeom prst="roundRect">
            <a:avLst>
              <a:gd name="adj" fmla="val 5641"/>
            </a:avLst>
          </a:prstGeom>
          <a:solidFill>
            <a:srgbClr val="E3F2F2"/>
          </a:solidFill>
          <a:ln/>
          <a:effectLst>
            <a:outerShdw sx="100000" sy="100000" kx="0" ky="0" algn="bl" rotWithShape="0" blurRad="152400" dist="25400" dir="5400000">
              <a:srgbClr val="1E2761">
                <a:alpha val="8000"/>
              </a:srgbClr>
            </a:outerShdw>
          </a:effectLst>
        </p:spPr>
      </p:sp>
      <p:sp>
        <p:nvSpPr>
          <p:cNvPr id="20" name="Shape 18"/>
          <p:cNvSpPr/>
          <p:nvPr/>
        </p:nvSpPr>
        <p:spPr>
          <a:xfrm>
            <a:off x="6629400" y="4434840"/>
            <a:ext cx="457200" cy="457200"/>
          </a:xfrm>
          <a:prstGeom prst="ellipse">
            <a:avLst/>
          </a:prstGeom>
          <a:solidFill>
            <a:srgbClr val="028090"/>
          </a:solidFill>
          <a:ln/>
        </p:spPr>
      </p:sp>
      <p:sp>
        <p:nvSpPr>
          <p:cNvPr id="21" name="Text 19"/>
          <p:cNvSpPr txBox="1"/>
          <p:nvPr/>
        </p:nvSpPr>
        <p:spPr>
          <a:xfrm>
            <a:off x="6629400" y="44348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4</a:t>
            </a:r>
            <a:endParaRPr lang="en-US" sz="1500" dirty="0"/>
          </a:p>
        </p:txBody>
      </p:sp>
      <p:sp>
        <p:nvSpPr>
          <p:cNvPr id="22" name="Text 20"/>
          <p:cNvSpPr txBox="1"/>
          <p:nvPr/>
        </p:nvSpPr>
        <p:spPr>
          <a:xfrm>
            <a:off x="7269480" y="4471416"/>
            <a:ext cx="3840480" cy="365760"/>
          </a:xfrm>
          <a:prstGeom prst="rect">
            <a:avLst/>
          </a:prstGeom>
          <a:noFill/>
          <a:ln/>
        </p:spPr>
        <p:txBody>
          <a:bodyPr wrap="square" lIns="0" tIns="0" rIns="0" bIns="0" rtlCol="0" anchor="ctr"/>
          <a:lstStyle/>
          <a:p>
            <a:pPr indent="0" marL="0">
              <a:buNone/>
            </a:pPr>
            <a:r>
              <a:rPr lang="en-US" sz="1600" b="1" dirty="0">
                <a:solidFill>
                  <a:srgbClr val="1E2761"/>
                </a:solidFill>
                <a:latin typeface="Malgun Gothic" pitchFamily="34" charset="0"/>
                <a:ea typeface="Malgun Gothic" pitchFamily="34" charset="-122"/>
                <a:cs typeface="Malgun Gothic" pitchFamily="34" charset="-120"/>
              </a:rPr>
              <a:t>모델 말을 그대로 믿지 않게</a:t>
            </a:r>
            <a:endParaRPr lang="en-US" sz="1600" dirty="0"/>
          </a:p>
        </p:txBody>
      </p:sp>
      <p:sp>
        <p:nvSpPr>
          <p:cNvPr id="23" name="Text 21"/>
          <p:cNvSpPr txBox="1"/>
          <p:nvPr/>
        </p:nvSpPr>
        <p:spPr>
          <a:xfrm>
            <a:off x="7269480" y="4928616"/>
            <a:ext cx="3931920" cy="365760"/>
          </a:xfrm>
          <a:prstGeom prst="rect">
            <a:avLst/>
          </a:prstGeom>
          <a:noFill/>
          <a:ln/>
        </p:spPr>
        <p:txBody>
          <a:bodyPr wrap="square" lIns="0" tIns="0" rIns="0" bIns="0" rtlCol="0" anchor="ctr"/>
          <a:lstStyle/>
          <a:p>
            <a:pPr indent="0" marL="0">
              <a:buNone/>
            </a:pPr>
            <a:r>
              <a:rPr lang="en-US" sz="1200" dirty="0">
                <a:solidFill>
                  <a:srgbClr val="5F6B7F"/>
                </a:solidFill>
                <a:latin typeface="Malgun Gothic" pitchFamily="34" charset="0"/>
                <a:ea typeface="Malgun Gothic" pitchFamily="34" charset="-122"/>
                <a:cs typeface="Malgun Gothic" pitchFamily="34" charset="-120"/>
              </a:rPr>
              <a:t>점수와 인용을 코드로 다시 검사했다</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77240" y="566928"/>
            <a:ext cx="8229600" cy="237744"/>
          </a:xfrm>
          <a:prstGeom prst="rect">
            <a:avLst/>
          </a:prstGeom>
          <a:noFill/>
          <a:ln/>
        </p:spPr>
        <p:txBody>
          <a:bodyPr wrap="square" lIns="0" tIns="0" rIns="0" bIns="0" rtlCol="0" anchor="ctr"/>
          <a:lstStyle/>
          <a:p>
            <a:pPr indent="0" marL="0">
              <a:buNone/>
            </a:pPr>
            <a:r>
              <a:rPr lang="en-US" sz="1100" b="1" spc="180" kern="0" dirty="0">
                <a:solidFill>
                  <a:srgbClr val="028090"/>
                </a:solidFill>
                <a:latin typeface="Malgun Gothic" pitchFamily="34" charset="0"/>
                <a:ea typeface="Malgun Gothic" pitchFamily="34" charset="-122"/>
                <a:cs typeface="Malgun Gothic" pitchFamily="34" charset="-120"/>
              </a:rPr>
              <a:t>RESULTS</a:t>
            </a:r>
            <a:endParaRPr lang="en-US" sz="1100" dirty="0"/>
          </a:p>
        </p:txBody>
      </p:sp>
      <p:sp>
        <p:nvSpPr>
          <p:cNvPr id="3" name="Text 1"/>
          <p:cNvSpPr txBox="1"/>
          <p:nvPr/>
        </p:nvSpPr>
        <p:spPr>
          <a:xfrm>
            <a:off x="777240" y="841248"/>
            <a:ext cx="10607040" cy="566928"/>
          </a:xfrm>
          <a:prstGeom prst="rect">
            <a:avLst/>
          </a:prstGeom>
          <a:noFill/>
          <a:ln/>
        </p:spPr>
        <p:txBody>
          <a:bodyPr wrap="square" lIns="0" tIns="0" rIns="0" bIns="0" rtlCol="0" anchor="ctr"/>
          <a:lstStyle/>
          <a:p>
            <a:pPr indent="0" marL="0">
              <a:buNone/>
            </a:pPr>
            <a:r>
              <a:rPr lang="en-US" sz="3000" b="1" dirty="0">
                <a:solidFill>
                  <a:srgbClr val="1E2761"/>
                </a:solidFill>
                <a:latin typeface="Malgun Gothic" pitchFamily="34" charset="0"/>
                <a:ea typeface="Malgun Gothic" pitchFamily="34" charset="-122"/>
                <a:cs typeface="Malgun Gothic" pitchFamily="34" charset="-120"/>
              </a:rPr>
              <a:t>품질과 토큰 두 기준으로 B 를 골랐다</a:t>
            </a:r>
            <a:endParaRPr lang="en-US" sz="3000" dirty="0"/>
          </a:p>
        </p:txBody>
      </p:sp>
      <p:sp>
        <p:nvSpPr>
          <p:cNvPr id="4" name="Shape 2"/>
          <p:cNvSpPr/>
          <p:nvPr/>
        </p:nvSpPr>
        <p:spPr>
          <a:xfrm>
            <a:off x="777240" y="1874520"/>
            <a:ext cx="3383280" cy="1097280"/>
          </a:xfrm>
          <a:prstGeom prst="roundRect">
            <a:avLst>
              <a:gd name="adj" fmla="val 9167"/>
            </a:avLst>
          </a:prstGeom>
          <a:solidFill>
            <a:srgbClr val="F5F7FB"/>
          </a:solidFill>
          <a:ln/>
          <a:effectLst>
            <a:outerShdw sx="100000" sy="100000" kx="0" ky="0" algn="bl" rotWithShape="0" blurRad="152400" dist="25400" dir="5400000">
              <a:srgbClr val="1E2761">
                <a:alpha val="8000"/>
              </a:srgbClr>
            </a:outerShdw>
          </a:effectLst>
        </p:spPr>
      </p:sp>
      <p:sp>
        <p:nvSpPr>
          <p:cNvPr id="5" name="Shape 3"/>
          <p:cNvSpPr/>
          <p:nvPr/>
        </p:nvSpPr>
        <p:spPr>
          <a:xfrm>
            <a:off x="1033272" y="2084832"/>
            <a:ext cx="384048" cy="384048"/>
          </a:xfrm>
          <a:prstGeom prst="ellipse">
            <a:avLst/>
          </a:prstGeom>
          <a:solidFill>
            <a:srgbClr val="A7B6D6"/>
          </a:solidFill>
          <a:ln/>
        </p:spPr>
      </p:sp>
      <p:sp>
        <p:nvSpPr>
          <p:cNvPr id="6" name="Text 4"/>
          <p:cNvSpPr txBox="1"/>
          <p:nvPr/>
        </p:nvSpPr>
        <p:spPr>
          <a:xfrm>
            <a:off x="1033272" y="20848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A</a:t>
            </a:r>
            <a:endParaRPr lang="en-US" sz="1400" dirty="0"/>
          </a:p>
        </p:txBody>
      </p:sp>
      <p:sp>
        <p:nvSpPr>
          <p:cNvPr id="7" name="Text 5"/>
          <p:cNvSpPr txBox="1"/>
          <p:nvPr/>
        </p:nvSpPr>
        <p:spPr>
          <a:xfrm>
            <a:off x="1527048" y="2103120"/>
            <a:ext cx="2468880" cy="310896"/>
          </a:xfrm>
          <a:prstGeom prst="rect">
            <a:avLst/>
          </a:prstGeom>
          <a:noFill/>
          <a:ln/>
        </p:spPr>
        <p:txBody>
          <a:bodyPr wrap="square" lIns="0" tIns="0" rIns="0" bIns="0" rtlCol="0" anchor="ctr"/>
          <a:lstStyle/>
          <a:p>
            <a:pPr indent="0" marL="0">
              <a:buNone/>
            </a:pPr>
            <a:r>
              <a:rPr lang="en-US" sz="1400" b="1" dirty="0">
                <a:solidFill>
                  <a:srgbClr val="1E2761"/>
                </a:solidFill>
                <a:latin typeface="Malgun Gothic" pitchFamily="34" charset="0"/>
                <a:ea typeface="Malgun Gothic" pitchFamily="34" charset="-122"/>
                <a:cs typeface="Malgun Gothic" pitchFamily="34" charset="-120"/>
              </a:rPr>
              <a:t>단계별로 넘겨 쓰기</a:t>
            </a:r>
            <a:endParaRPr lang="en-US" sz="1400" dirty="0"/>
          </a:p>
        </p:txBody>
      </p:sp>
      <p:sp>
        <p:nvSpPr>
          <p:cNvPr id="8" name="Text 6"/>
          <p:cNvSpPr txBox="1"/>
          <p:nvPr/>
        </p:nvSpPr>
        <p:spPr>
          <a:xfrm>
            <a:off x="1033272" y="2542032"/>
            <a:ext cx="2926080" cy="310896"/>
          </a:xfrm>
          <a:prstGeom prst="rect">
            <a:avLst/>
          </a:prstGeom>
          <a:noFill/>
          <a:ln/>
        </p:spPr>
        <p:txBody>
          <a:bodyPr wrap="square" lIns="0" tIns="0" rIns="0" bIns="0" rtlCol="0" anchor="ctr"/>
          <a:lstStyle/>
          <a:p>
            <a:pPr indent="0" marL="0">
              <a:buNone/>
            </a:pPr>
            <a:r>
              <a:rPr lang="en-US" sz="1050" dirty="0">
                <a:solidFill>
                  <a:srgbClr val="5F6B7F"/>
                </a:solidFill>
                <a:latin typeface="Malgun Gothic" pitchFamily="34" charset="0"/>
                <a:ea typeface="Malgun Gothic" pitchFamily="34" charset="-122"/>
                <a:cs typeface="Malgun Gothic" pitchFamily="34" charset="-120"/>
              </a:rPr>
              <a:t>각 단계가 바로 윗 단계 보고서만 읽는다</a:t>
            </a:r>
            <a:endParaRPr lang="en-US" sz="1050" dirty="0"/>
          </a:p>
        </p:txBody>
      </p:sp>
      <p:sp>
        <p:nvSpPr>
          <p:cNvPr id="9" name="Shape 7"/>
          <p:cNvSpPr/>
          <p:nvPr/>
        </p:nvSpPr>
        <p:spPr>
          <a:xfrm>
            <a:off x="4434840" y="1874520"/>
            <a:ext cx="3383280" cy="1097280"/>
          </a:xfrm>
          <a:prstGeom prst="roundRect">
            <a:avLst>
              <a:gd name="adj" fmla="val 9167"/>
            </a:avLst>
          </a:prstGeom>
          <a:solidFill>
            <a:srgbClr val="EEF3FC"/>
          </a:solidFill>
          <a:ln/>
          <a:effectLst>
            <a:outerShdw sx="100000" sy="100000" kx="0" ky="0" algn="bl" rotWithShape="0" blurRad="152400" dist="25400" dir="5400000">
              <a:srgbClr val="1E2761">
                <a:alpha val="8000"/>
              </a:srgbClr>
            </a:outerShdw>
          </a:effectLst>
        </p:spPr>
      </p:sp>
      <p:sp>
        <p:nvSpPr>
          <p:cNvPr id="10" name="Shape 8"/>
          <p:cNvSpPr/>
          <p:nvPr/>
        </p:nvSpPr>
        <p:spPr>
          <a:xfrm>
            <a:off x="4690872" y="2084832"/>
            <a:ext cx="384048" cy="384048"/>
          </a:xfrm>
          <a:prstGeom prst="ellipse">
            <a:avLst/>
          </a:prstGeom>
          <a:solidFill>
            <a:srgbClr val="1E2761"/>
          </a:solidFill>
          <a:ln/>
        </p:spPr>
      </p:sp>
      <p:sp>
        <p:nvSpPr>
          <p:cNvPr id="11" name="Text 9"/>
          <p:cNvSpPr txBox="1"/>
          <p:nvPr/>
        </p:nvSpPr>
        <p:spPr>
          <a:xfrm>
            <a:off x="4690872" y="20848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B</a:t>
            </a:r>
            <a:endParaRPr lang="en-US" sz="1400" dirty="0"/>
          </a:p>
        </p:txBody>
      </p:sp>
      <p:sp>
        <p:nvSpPr>
          <p:cNvPr id="12" name="Text 10"/>
          <p:cNvSpPr txBox="1"/>
          <p:nvPr/>
        </p:nvSpPr>
        <p:spPr>
          <a:xfrm>
            <a:off x="5184648" y="2103120"/>
            <a:ext cx="2468880" cy="310896"/>
          </a:xfrm>
          <a:prstGeom prst="rect">
            <a:avLst/>
          </a:prstGeom>
          <a:noFill/>
          <a:ln/>
        </p:spPr>
        <p:txBody>
          <a:bodyPr wrap="square" lIns="0" tIns="0" rIns="0" bIns="0" rtlCol="0" anchor="ctr"/>
          <a:lstStyle/>
          <a:p>
            <a:pPr indent="0" marL="0">
              <a:buNone/>
            </a:pPr>
            <a:r>
              <a:rPr lang="en-US" sz="1400" b="1" dirty="0">
                <a:solidFill>
                  <a:srgbClr val="1E2761"/>
                </a:solidFill>
                <a:latin typeface="Malgun Gothic" pitchFamily="34" charset="0"/>
                <a:ea typeface="Malgun Gothic" pitchFamily="34" charset="-122"/>
                <a:cs typeface="Malgun Gothic" pitchFamily="34" charset="-120"/>
              </a:rPr>
              <a:t>단계별 + 작성 규칙</a:t>
            </a:r>
            <a:endParaRPr lang="en-US" sz="1400" dirty="0"/>
          </a:p>
        </p:txBody>
      </p:sp>
      <p:sp>
        <p:nvSpPr>
          <p:cNvPr id="13" name="Text 11"/>
          <p:cNvSpPr txBox="1"/>
          <p:nvPr/>
        </p:nvSpPr>
        <p:spPr>
          <a:xfrm>
            <a:off x="4690872" y="2542032"/>
            <a:ext cx="2926080" cy="310896"/>
          </a:xfrm>
          <a:prstGeom prst="rect">
            <a:avLst/>
          </a:prstGeom>
          <a:noFill/>
          <a:ln/>
        </p:spPr>
        <p:txBody>
          <a:bodyPr wrap="square" lIns="0" tIns="0" rIns="0" bIns="0" rtlCol="0" anchor="ctr"/>
          <a:lstStyle/>
          <a:p>
            <a:pPr indent="0" marL="0">
              <a:buNone/>
            </a:pPr>
            <a:r>
              <a:rPr lang="en-US" sz="1050" dirty="0">
                <a:solidFill>
                  <a:srgbClr val="5F6B7F"/>
                </a:solidFill>
                <a:latin typeface="Malgun Gothic" pitchFamily="34" charset="0"/>
                <a:ea typeface="Malgun Gothic" pitchFamily="34" charset="-122"/>
                <a:cs typeface="Malgun Gothic" pitchFamily="34" charset="-120"/>
              </a:rPr>
              <a:t>방식은 A 와 같고, 작성 순서를 규칙으로 줬다</a:t>
            </a:r>
            <a:endParaRPr lang="en-US" sz="1050" dirty="0"/>
          </a:p>
        </p:txBody>
      </p:sp>
      <p:sp>
        <p:nvSpPr>
          <p:cNvPr id="14" name="Shape 12"/>
          <p:cNvSpPr/>
          <p:nvPr/>
        </p:nvSpPr>
        <p:spPr>
          <a:xfrm>
            <a:off x="8092440" y="1874520"/>
            <a:ext cx="3383280" cy="1097280"/>
          </a:xfrm>
          <a:prstGeom prst="roundRect">
            <a:avLst>
              <a:gd name="adj" fmla="val 9167"/>
            </a:avLst>
          </a:prstGeom>
          <a:solidFill>
            <a:srgbClr val="E3F2F2"/>
          </a:solidFill>
          <a:ln/>
          <a:effectLst>
            <a:outerShdw sx="100000" sy="100000" kx="0" ky="0" algn="bl" rotWithShape="0" blurRad="152400" dist="25400" dir="5400000">
              <a:srgbClr val="1E2761">
                <a:alpha val="8000"/>
              </a:srgbClr>
            </a:outerShdw>
          </a:effectLst>
        </p:spPr>
      </p:sp>
      <p:sp>
        <p:nvSpPr>
          <p:cNvPr id="15" name="Shape 13"/>
          <p:cNvSpPr/>
          <p:nvPr/>
        </p:nvSpPr>
        <p:spPr>
          <a:xfrm>
            <a:off x="8348472" y="2084832"/>
            <a:ext cx="384048" cy="384048"/>
          </a:xfrm>
          <a:prstGeom prst="ellipse">
            <a:avLst/>
          </a:prstGeom>
          <a:solidFill>
            <a:srgbClr val="028090"/>
          </a:solidFill>
          <a:ln/>
        </p:spPr>
      </p:sp>
      <p:sp>
        <p:nvSpPr>
          <p:cNvPr id="16" name="Text 14"/>
          <p:cNvSpPr txBox="1"/>
          <p:nvPr/>
        </p:nvSpPr>
        <p:spPr>
          <a:xfrm>
            <a:off x="8348472" y="20848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C</a:t>
            </a:r>
            <a:endParaRPr lang="en-US" sz="1400" dirty="0"/>
          </a:p>
        </p:txBody>
      </p:sp>
      <p:sp>
        <p:nvSpPr>
          <p:cNvPr id="17" name="Text 15"/>
          <p:cNvSpPr txBox="1"/>
          <p:nvPr/>
        </p:nvSpPr>
        <p:spPr>
          <a:xfrm>
            <a:off x="8842248" y="2103120"/>
            <a:ext cx="2468880" cy="310896"/>
          </a:xfrm>
          <a:prstGeom prst="rect">
            <a:avLst/>
          </a:prstGeom>
          <a:noFill/>
          <a:ln/>
        </p:spPr>
        <p:txBody>
          <a:bodyPr wrap="square" lIns="0" tIns="0" rIns="0" bIns="0" rtlCol="0" anchor="ctr"/>
          <a:lstStyle/>
          <a:p>
            <a:pPr indent="0" marL="0">
              <a:buNone/>
            </a:pPr>
            <a:r>
              <a:rPr lang="en-US" sz="1400" b="1" dirty="0">
                <a:solidFill>
                  <a:srgbClr val="028090"/>
                </a:solidFill>
                <a:latin typeface="Malgun Gothic" pitchFamily="34" charset="0"/>
                <a:ea typeface="Malgun Gothic" pitchFamily="34" charset="-122"/>
                <a:cs typeface="Malgun Gothic" pitchFamily="34" charset="-120"/>
              </a:rPr>
              <a:t>중간 단계 건너뛰기</a:t>
            </a:r>
            <a:endParaRPr lang="en-US" sz="1400" dirty="0"/>
          </a:p>
        </p:txBody>
      </p:sp>
      <p:sp>
        <p:nvSpPr>
          <p:cNvPr id="18" name="Text 16"/>
          <p:cNvSpPr txBox="1"/>
          <p:nvPr/>
        </p:nvSpPr>
        <p:spPr>
          <a:xfrm>
            <a:off x="8348472" y="2542032"/>
            <a:ext cx="2926080" cy="310896"/>
          </a:xfrm>
          <a:prstGeom prst="rect">
            <a:avLst/>
          </a:prstGeom>
          <a:noFill/>
          <a:ln/>
        </p:spPr>
        <p:txBody>
          <a:bodyPr wrap="square" lIns="0" tIns="0" rIns="0" bIns="0" rtlCol="0" anchor="ctr"/>
          <a:lstStyle/>
          <a:p>
            <a:pPr indent="0" marL="0">
              <a:buNone/>
            </a:pPr>
            <a:r>
              <a:rPr lang="en-US" sz="1050" dirty="0">
                <a:solidFill>
                  <a:srgbClr val="5F6B7F"/>
                </a:solidFill>
                <a:latin typeface="Malgun Gothic" pitchFamily="34" charset="0"/>
                <a:ea typeface="Malgun Gothic" pitchFamily="34" charset="-122"/>
                <a:cs typeface="Malgun Gothic" pitchFamily="34" charset="-120"/>
              </a:rPr>
              <a:t>확정 미팅 본문을 기간 보고서가 직접 읽는다</a:t>
            </a:r>
            <a:endParaRPr lang="en-US" sz="1050" dirty="0"/>
          </a:p>
        </p:txBody>
      </p:sp>
      <p:graphicFrame>
        <p:nvGraphicFramePr>
          <p:cNvPr id="19" name="Chart 0" descr=""/>
          <p:cNvGraphicFramePr/>
          <p:nvPr/>
        </p:nvGraphicFramePr>
        <p:xfrm>
          <a:off x="777240" y="3200400"/>
          <a:ext cx="6583680" cy="265176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txBox="1"/>
          <p:nvPr/>
        </p:nvSpPr>
        <p:spPr>
          <a:xfrm>
            <a:off x="1005840" y="5797296"/>
            <a:ext cx="6400800" cy="256032"/>
          </a:xfrm>
          <a:prstGeom prst="rect">
            <a:avLst/>
          </a:prstGeom>
          <a:noFill/>
          <a:ln/>
        </p:spPr>
        <p:txBody>
          <a:bodyPr wrap="square" lIns="0" tIns="0" rIns="0" bIns="0" rtlCol="0" anchor="ctr"/>
          <a:lstStyle/>
          <a:p>
            <a:pPr indent="0" marL="0">
              <a:buNone/>
            </a:pPr>
            <a:r>
              <a:rPr lang="en-US" sz="1050" dirty="0">
                <a:solidFill>
                  <a:srgbClr val="5F6B7F"/>
                </a:solidFill>
                <a:latin typeface="Malgun Gothic" pitchFamily="34" charset="0"/>
                <a:ea typeface="Malgun Gothic" pitchFamily="34" charset="-122"/>
                <a:cs typeface="Malgun Gothic" pitchFamily="34" charset="-120"/>
              </a:rPr>
              <a:t>C 는 월간에서 입력 한도를 넘겨 아예 만들지 못했다</a:t>
            </a:r>
            <a:endParaRPr lang="en-US" sz="1050" dirty="0"/>
          </a:p>
        </p:txBody>
      </p:sp>
      <p:sp>
        <p:nvSpPr>
          <p:cNvPr id="21" name="Text 18"/>
          <p:cNvSpPr txBox="1"/>
          <p:nvPr/>
        </p:nvSpPr>
        <p:spPr>
          <a:xfrm>
            <a:off x="7680960" y="3200400"/>
            <a:ext cx="3749040" cy="274320"/>
          </a:xfrm>
          <a:prstGeom prst="rect">
            <a:avLst/>
          </a:prstGeom>
          <a:noFill/>
          <a:ln/>
        </p:spPr>
        <p:txBody>
          <a:bodyPr wrap="square" lIns="0" tIns="0" rIns="0" bIns="0" rtlCol="0" anchor="ctr"/>
          <a:lstStyle/>
          <a:p>
            <a:pPr indent="0" marL="0">
              <a:buNone/>
            </a:pPr>
            <a:r>
              <a:rPr lang="en-US" sz="1200" b="1" dirty="0">
                <a:solidFill>
                  <a:srgbClr val="1E2761"/>
                </a:solidFill>
                <a:latin typeface="Malgun Gothic" pitchFamily="34" charset="0"/>
                <a:ea typeface="Malgun Gothic" pitchFamily="34" charset="-122"/>
                <a:cs typeface="Malgun Gothic" pitchFamily="34" charset="-120"/>
              </a:rPr>
              <a:t>품질  ·  토큰</a:t>
            </a:r>
            <a:endParaRPr lang="en-US" sz="1200" dirty="0"/>
          </a:p>
        </p:txBody>
      </p:sp>
      <p:sp>
        <p:nvSpPr>
          <p:cNvPr id="22" name="Shape 19"/>
          <p:cNvSpPr/>
          <p:nvPr/>
        </p:nvSpPr>
        <p:spPr>
          <a:xfrm>
            <a:off x="7680960" y="3584448"/>
            <a:ext cx="3749040" cy="621792"/>
          </a:xfrm>
          <a:prstGeom prst="roundRect">
            <a:avLst>
              <a:gd name="adj" fmla="val 16176"/>
            </a:avLst>
          </a:prstGeom>
          <a:solidFill>
            <a:srgbClr val="F5F7FB"/>
          </a:solidFill>
          <a:ln/>
          <a:effectLst>
            <a:outerShdw sx="100000" sy="100000" kx="0" ky="0" algn="bl" rotWithShape="0" blurRad="152400" dist="25400" dir="5400000">
              <a:srgbClr val="1E2761">
                <a:alpha val="8000"/>
              </a:srgbClr>
            </a:outerShdw>
          </a:effectLst>
        </p:spPr>
      </p:sp>
      <p:sp>
        <p:nvSpPr>
          <p:cNvPr id="23" name="Shape 20"/>
          <p:cNvSpPr/>
          <p:nvPr/>
        </p:nvSpPr>
        <p:spPr>
          <a:xfrm>
            <a:off x="7909560" y="3758184"/>
            <a:ext cx="274320" cy="274320"/>
          </a:xfrm>
          <a:prstGeom prst="ellipse">
            <a:avLst/>
          </a:prstGeom>
          <a:solidFill>
            <a:srgbClr val="A7B6D6"/>
          </a:solidFill>
          <a:ln/>
        </p:spPr>
      </p:sp>
      <p:sp>
        <p:nvSpPr>
          <p:cNvPr id="24" name="Text 21"/>
          <p:cNvSpPr txBox="1"/>
          <p:nvPr/>
        </p:nvSpPr>
        <p:spPr>
          <a:xfrm>
            <a:off x="7909560" y="375818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A</a:t>
            </a:r>
            <a:endParaRPr lang="en-US" sz="1100" dirty="0"/>
          </a:p>
        </p:txBody>
      </p:sp>
      <p:sp>
        <p:nvSpPr>
          <p:cNvPr id="25" name="Text 22"/>
          <p:cNvSpPr txBox="1"/>
          <p:nvPr/>
        </p:nvSpPr>
        <p:spPr>
          <a:xfrm>
            <a:off x="8366760" y="3584448"/>
            <a:ext cx="1371600" cy="621792"/>
          </a:xfrm>
          <a:prstGeom prst="rect">
            <a:avLst/>
          </a:prstGeom>
          <a:noFill/>
          <a:ln/>
        </p:spPr>
        <p:txBody>
          <a:bodyPr wrap="square" lIns="0" tIns="0" rIns="0" bIns="0" rtlCol="0" anchor="ctr"/>
          <a:lstStyle/>
          <a:p>
            <a:pPr indent="0" marL="0">
              <a:buNone/>
            </a:pPr>
            <a:r>
              <a:rPr lang="en-US" sz="1600" b="1" dirty="0">
                <a:solidFill>
                  <a:srgbClr val="1C2333"/>
                </a:solidFill>
                <a:latin typeface="Malgun Gothic" pitchFamily="34" charset="0"/>
                <a:ea typeface="Malgun Gothic" pitchFamily="34" charset="-122"/>
                <a:cs typeface="Malgun Gothic" pitchFamily="34" charset="-120"/>
              </a:rPr>
              <a:t>93.1점</a:t>
            </a:r>
            <a:endParaRPr lang="en-US" sz="1600" dirty="0"/>
          </a:p>
        </p:txBody>
      </p:sp>
      <p:sp>
        <p:nvSpPr>
          <p:cNvPr id="26" name="Text 23"/>
          <p:cNvSpPr txBox="1"/>
          <p:nvPr/>
        </p:nvSpPr>
        <p:spPr>
          <a:xfrm>
            <a:off x="9784080" y="3584448"/>
            <a:ext cx="1463040" cy="621792"/>
          </a:xfrm>
          <a:prstGeom prst="rect">
            <a:avLst/>
          </a:prstGeom>
          <a:noFill/>
          <a:ln/>
        </p:spPr>
        <p:txBody>
          <a:bodyPr wrap="square" lIns="0" tIns="0" rIns="0" bIns="0" rtlCol="0" anchor="ctr"/>
          <a:lstStyle/>
          <a:p>
            <a:pPr indent="0" marL="0">
              <a:buNone/>
            </a:pPr>
            <a:r>
              <a:rPr lang="en-US" sz="1600" b="1" dirty="0">
                <a:solidFill>
                  <a:srgbClr val="5F6B7F"/>
                </a:solidFill>
                <a:latin typeface="Malgun Gothic" pitchFamily="34" charset="0"/>
                <a:ea typeface="Malgun Gothic" pitchFamily="34" charset="-122"/>
                <a:cs typeface="Malgun Gothic" pitchFamily="34" charset="-120"/>
              </a:rPr>
              <a:t>10.01M</a:t>
            </a:r>
            <a:endParaRPr lang="en-US" sz="1600" dirty="0"/>
          </a:p>
        </p:txBody>
      </p:sp>
      <p:sp>
        <p:nvSpPr>
          <p:cNvPr id="27" name="Shape 24"/>
          <p:cNvSpPr/>
          <p:nvPr/>
        </p:nvSpPr>
        <p:spPr>
          <a:xfrm>
            <a:off x="7680960" y="4297680"/>
            <a:ext cx="3749040" cy="621792"/>
          </a:xfrm>
          <a:prstGeom prst="roundRect">
            <a:avLst>
              <a:gd name="adj" fmla="val 16176"/>
            </a:avLst>
          </a:prstGeom>
          <a:solidFill>
            <a:srgbClr val="1E2761"/>
          </a:solidFill>
          <a:ln/>
          <a:effectLst>
            <a:outerShdw sx="100000" sy="100000" kx="0" ky="0" algn="bl" rotWithShape="0" blurRad="152400" dist="25400" dir="5400000">
              <a:srgbClr val="1E2761">
                <a:alpha val="8000"/>
              </a:srgbClr>
            </a:outerShdw>
          </a:effectLst>
        </p:spPr>
      </p:sp>
      <p:sp>
        <p:nvSpPr>
          <p:cNvPr id="28" name="Shape 25"/>
          <p:cNvSpPr/>
          <p:nvPr/>
        </p:nvSpPr>
        <p:spPr>
          <a:xfrm>
            <a:off x="7909560" y="4471416"/>
            <a:ext cx="274320" cy="274320"/>
          </a:xfrm>
          <a:prstGeom prst="ellipse">
            <a:avLst/>
          </a:prstGeom>
          <a:solidFill>
            <a:srgbClr val="FFFFFF"/>
          </a:solidFill>
          <a:ln/>
        </p:spPr>
      </p:sp>
      <p:sp>
        <p:nvSpPr>
          <p:cNvPr id="29" name="Text 26"/>
          <p:cNvSpPr txBox="1"/>
          <p:nvPr/>
        </p:nvSpPr>
        <p:spPr>
          <a:xfrm>
            <a:off x="7909560" y="4471416"/>
            <a:ext cx="274320" cy="274320"/>
          </a:xfrm>
          <a:prstGeom prst="rect">
            <a:avLst/>
          </a:prstGeom>
          <a:noFill/>
          <a:ln/>
        </p:spPr>
        <p:txBody>
          <a:bodyPr wrap="square" lIns="0" tIns="0" rIns="0" bIns="0" rtlCol="0" anchor="ctr"/>
          <a:lstStyle/>
          <a:p>
            <a:pPr algn="ctr" indent="0" marL="0">
              <a:buNone/>
            </a:pPr>
            <a:r>
              <a:rPr lang="en-US" sz="1100" b="1" dirty="0">
                <a:solidFill>
                  <a:srgbClr val="1E2761"/>
                </a:solidFill>
                <a:latin typeface="Malgun Gothic" pitchFamily="34" charset="0"/>
                <a:ea typeface="Malgun Gothic" pitchFamily="34" charset="-122"/>
                <a:cs typeface="Malgun Gothic" pitchFamily="34" charset="-120"/>
              </a:rPr>
              <a:t>B</a:t>
            </a:r>
            <a:endParaRPr lang="en-US" sz="1100" dirty="0"/>
          </a:p>
        </p:txBody>
      </p:sp>
      <p:sp>
        <p:nvSpPr>
          <p:cNvPr id="30" name="Text 27"/>
          <p:cNvSpPr txBox="1"/>
          <p:nvPr/>
        </p:nvSpPr>
        <p:spPr>
          <a:xfrm>
            <a:off x="8366760" y="4297680"/>
            <a:ext cx="1371600" cy="621792"/>
          </a:xfrm>
          <a:prstGeom prst="rect">
            <a:avLst/>
          </a:prstGeom>
          <a:noFill/>
          <a:ln/>
        </p:spPr>
        <p:txBody>
          <a:bodyPr wrap="square" lIns="0" tIns="0" rIns="0" bIns="0" rtlCol="0" anchor="ctr"/>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95.4점</a:t>
            </a:r>
            <a:endParaRPr lang="en-US" sz="1600" dirty="0"/>
          </a:p>
        </p:txBody>
      </p:sp>
      <p:sp>
        <p:nvSpPr>
          <p:cNvPr id="31" name="Text 28"/>
          <p:cNvSpPr txBox="1"/>
          <p:nvPr/>
        </p:nvSpPr>
        <p:spPr>
          <a:xfrm>
            <a:off x="9784080" y="4297680"/>
            <a:ext cx="1463040" cy="621792"/>
          </a:xfrm>
          <a:prstGeom prst="rect">
            <a:avLst/>
          </a:prstGeom>
          <a:noFill/>
          <a:ln/>
        </p:spPr>
        <p:txBody>
          <a:bodyPr wrap="square" lIns="0" tIns="0" rIns="0" bIns="0" rtlCol="0" anchor="ctr"/>
          <a:lstStyle/>
          <a:p>
            <a:pPr indent="0" marL="0">
              <a:buNone/>
            </a:pPr>
            <a:r>
              <a:rPr lang="en-US" sz="1600" b="1" dirty="0">
                <a:solidFill>
                  <a:srgbClr val="FFFFFF"/>
                </a:solidFill>
                <a:latin typeface="Malgun Gothic" pitchFamily="34" charset="0"/>
                <a:ea typeface="Malgun Gothic" pitchFamily="34" charset="-122"/>
                <a:cs typeface="Malgun Gothic" pitchFamily="34" charset="-120"/>
              </a:rPr>
              <a:t>4.57M</a:t>
            </a:r>
            <a:endParaRPr lang="en-US" sz="1600" dirty="0"/>
          </a:p>
        </p:txBody>
      </p:sp>
      <p:sp>
        <p:nvSpPr>
          <p:cNvPr id="32" name="Shape 29"/>
          <p:cNvSpPr/>
          <p:nvPr/>
        </p:nvSpPr>
        <p:spPr>
          <a:xfrm>
            <a:off x="7680960" y="5010912"/>
            <a:ext cx="3749040" cy="621792"/>
          </a:xfrm>
          <a:prstGeom prst="roundRect">
            <a:avLst>
              <a:gd name="adj" fmla="val 16176"/>
            </a:avLst>
          </a:prstGeom>
          <a:solidFill>
            <a:srgbClr val="E3F2F2"/>
          </a:solidFill>
          <a:ln/>
          <a:effectLst>
            <a:outerShdw sx="100000" sy="100000" kx="0" ky="0" algn="bl" rotWithShape="0" blurRad="152400" dist="25400" dir="5400000">
              <a:srgbClr val="1E2761">
                <a:alpha val="8000"/>
              </a:srgbClr>
            </a:outerShdw>
          </a:effectLst>
        </p:spPr>
      </p:sp>
      <p:sp>
        <p:nvSpPr>
          <p:cNvPr id="33" name="Shape 30"/>
          <p:cNvSpPr/>
          <p:nvPr/>
        </p:nvSpPr>
        <p:spPr>
          <a:xfrm>
            <a:off x="7909560" y="5184648"/>
            <a:ext cx="274320" cy="274320"/>
          </a:xfrm>
          <a:prstGeom prst="ellipse">
            <a:avLst/>
          </a:prstGeom>
          <a:solidFill>
            <a:srgbClr val="028090"/>
          </a:solidFill>
          <a:ln/>
        </p:spPr>
      </p:sp>
      <p:sp>
        <p:nvSpPr>
          <p:cNvPr id="34" name="Text 31"/>
          <p:cNvSpPr txBox="1"/>
          <p:nvPr/>
        </p:nvSpPr>
        <p:spPr>
          <a:xfrm>
            <a:off x="7909560" y="518464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Malgun Gothic" pitchFamily="34" charset="0"/>
                <a:ea typeface="Malgun Gothic" pitchFamily="34" charset="-122"/>
                <a:cs typeface="Malgun Gothic" pitchFamily="34" charset="-120"/>
              </a:rPr>
              <a:t>C</a:t>
            </a:r>
            <a:endParaRPr lang="en-US" sz="1100" dirty="0"/>
          </a:p>
        </p:txBody>
      </p:sp>
      <p:sp>
        <p:nvSpPr>
          <p:cNvPr id="35" name="Text 32"/>
          <p:cNvSpPr txBox="1"/>
          <p:nvPr/>
        </p:nvSpPr>
        <p:spPr>
          <a:xfrm>
            <a:off x="8366760" y="5010912"/>
            <a:ext cx="1371600" cy="621792"/>
          </a:xfrm>
          <a:prstGeom prst="rect">
            <a:avLst/>
          </a:prstGeom>
          <a:noFill/>
          <a:ln/>
        </p:spPr>
        <p:txBody>
          <a:bodyPr wrap="square" lIns="0" tIns="0" rIns="0" bIns="0" rtlCol="0" anchor="ctr"/>
          <a:lstStyle/>
          <a:p>
            <a:pPr indent="0" marL="0">
              <a:buNone/>
            </a:pPr>
            <a:r>
              <a:rPr lang="en-US" sz="1600" b="1" dirty="0">
                <a:solidFill>
                  <a:srgbClr val="1C2333"/>
                </a:solidFill>
                <a:latin typeface="Malgun Gothic" pitchFamily="34" charset="0"/>
                <a:ea typeface="Malgun Gothic" pitchFamily="34" charset="-122"/>
                <a:cs typeface="Malgun Gothic" pitchFamily="34" charset="-120"/>
              </a:rPr>
              <a:t>94.0점</a:t>
            </a:r>
            <a:endParaRPr lang="en-US" sz="1600" dirty="0"/>
          </a:p>
        </p:txBody>
      </p:sp>
      <p:sp>
        <p:nvSpPr>
          <p:cNvPr id="36" name="Text 33"/>
          <p:cNvSpPr txBox="1"/>
          <p:nvPr/>
        </p:nvSpPr>
        <p:spPr>
          <a:xfrm>
            <a:off x="9784080" y="5010912"/>
            <a:ext cx="1463040" cy="621792"/>
          </a:xfrm>
          <a:prstGeom prst="rect">
            <a:avLst/>
          </a:prstGeom>
          <a:noFill/>
          <a:ln/>
        </p:spPr>
        <p:txBody>
          <a:bodyPr wrap="square" lIns="0" tIns="0" rIns="0" bIns="0" rtlCol="0" anchor="ctr"/>
          <a:lstStyle/>
          <a:p>
            <a:pPr indent="0" marL="0">
              <a:buNone/>
            </a:pPr>
            <a:r>
              <a:rPr lang="en-US" sz="1600" b="1" dirty="0">
                <a:solidFill>
                  <a:srgbClr val="5F6B7F"/>
                </a:solidFill>
                <a:latin typeface="Malgun Gothic" pitchFamily="34" charset="0"/>
                <a:ea typeface="Malgun Gothic" pitchFamily="34" charset="-122"/>
                <a:cs typeface="Malgun Gothic" pitchFamily="34" charset="-120"/>
              </a:rPr>
              <a:t>4.96M</a:t>
            </a:r>
            <a:endParaRPr lang="en-US" sz="1600" dirty="0"/>
          </a:p>
        </p:txBody>
      </p:sp>
      <p:sp>
        <p:nvSpPr>
          <p:cNvPr id="37" name="Text 34"/>
          <p:cNvSpPr txBox="1"/>
          <p:nvPr/>
        </p:nvSpPr>
        <p:spPr>
          <a:xfrm>
            <a:off x="7680960" y="5760720"/>
            <a:ext cx="3749040" cy="274320"/>
          </a:xfrm>
          <a:prstGeom prst="rect">
            <a:avLst/>
          </a:prstGeom>
          <a:noFill/>
          <a:ln/>
        </p:spPr>
        <p:txBody>
          <a:bodyPr wrap="square" lIns="0" tIns="0" rIns="0" bIns="0" rtlCol="0" anchor="ctr"/>
          <a:lstStyle/>
          <a:p>
            <a:pPr indent="0" marL="0">
              <a:buNone/>
            </a:pPr>
            <a:r>
              <a:rPr lang="en-US" sz="1100" b="1" dirty="0">
                <a:solidFill>
                  <a:srgbClr val="028090"/>
                </a:solidFill>
                <a:latin typeface="Malgun Gothic" pitchFamily="34" charset="0"/>
                <a:ea typeface="Malgun Gothic" pitchFamily="34" charset="-122"/>
                <a:cs typeface="Malgun Gothic" pitchFamily="34" charset="-120"/>
              </a:rPr>
              <a:t>B 는 A 가 쓴 토큰의 46% 로 더 높은 점수를 냈다</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보고서작성 에이전트 평가</dc:title>
  <dc:subject>PptxGenJS Presentation</dc:subject>
  <dc:creator>SalesLuv</dc:creator>
  <cp:lastModifiedBy>SalesLuv</cp:lastModifiedBy>
  <cp:revision>1</cp:revision>
  <dcterms:created xsi:type="dcterms:W3CDTF">2026-09-16T06:41:07Z</dcterms:created>
  <dcterms:modified xsi:type="dcterms:W3CDTF">2026-09-16T06:41:07Z</dcterms:modified>
</cp:coreProperties>
</file>